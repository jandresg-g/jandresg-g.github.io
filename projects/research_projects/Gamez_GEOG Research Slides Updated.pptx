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4"/>
  </p:notesMasterIdLst>
  <p:sldIdLst>
    <p:sldId id="283" r:id="rId5"/>
    <p:sldId id="298" r:id="rId6"/>
    <p:sldId id="300" r:id="rId7"/>
    <p:sldId id="302" r:id="rId8"/>
    <p:sldId id="291" r:id="rId9"/>
    <p:sldId id="303" r:id="rId10"/>
    <p:sldId id="305" r:id="rId11"/>
    <p:sldId id="293" r:id="rId12"/>
    <p:sldId id="30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3A2F"/>
    <a:srgbClr val="474134"/>
    <a:srgbClr val="554D3D"/>
    <a:srgbClr val="595515"/>
    <a:srgbClr val="5A532C"/>
    <a:srgbClr val="5B542C"/>
    <a:srgbClr val="59522B"/>
    <a:srgbClr val="5D562D"/>
    <a:srgbClr val="655D31"/>
    <a:srgbClr val="6B6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A54C3B-7413-4D8C-8601-7179834B587A}" v="1" dt="2023-05-01T19:17:56.966"/>
    <p1510:client id="{B52AE3F4-04FB-D75C-B544-2EB0D695F3FD}" v="720" dt="2023-04-29T05:37:55.574"/>
    <p1510:client id="{F5203113-1D31-56A7-45DB-7AEBC21B356B}" v="66" dt="2023-04-30T19:08:07.339"/>
  </p1510:revLst>
</p1510:revInfo>
</file>

<file path=ppt/tableStyles.xml><?xml version="1.0" encoding="utf-8"?>
<a:tblStyleLst xmlns:a="http://schemas.openxmlformats.org/drawingml/2006/main" def="{5C22544A-7EE6-4342-B048-85BDC9FD1C3A}"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27"/>
    <p:restoredTop sz="94879" autoAdjust="0"/>
  </p:normalViewPr>
  <p:slideViewPr>
    <p:cSldViewPr snapToGrid="0" showGuides="1">
      <p:cViewPr>
        <p:scale>
          <a:sx n="100" d="100"/>
          <a:sy n="100" d="100"/>
        </p:scale>
        <p:origin x="72" y="-1200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A26648-F114-4402-B049-AA57EA7F2020}" type="datetimeFigureOut">
              <a:rPr lang="en-US" smtClean="0"/>
              <a:t>5/1/2023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2815FE-BC4D-474E-9AA3-6983BC3D8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559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0177DF1D-D731-86FC-22F9-00221AD8C22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89143" y="440217"/>
            <a:ext cx="9613711" cy="2327086"/>
          </a:xfrm>
          <a:ln w="15875">
            <a:solidFill>
              <a:schemeClr val="accent1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A4FE67-D925-EFE3-2BA5-C28DA7C03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3236976"/>
            <a:ext cx="6867144" cy="2386584"/>
          </a:xfrm>
        </p:spPr>
        <p:txBody>
          <a:bodyPr anchor="b">
            <a:noAutofit/>
          </a:bodyPr>
          <a:lstStyle>
            <a:lvl1pPr algn="l"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58524-513B-3FD2-4ED0-CB0CA3A3DF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7648" y="5971032"/>
            <a:ext cx="3776472" cy="530352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chemeClr val="accent1"/>
                </a:solidFill>
                <a:latin typeface="Gill Sans Nova Light" panose="020B03020201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A2A54F-058C-EF24-C892-91614AF2D7E8}"/>
              </a:ext>
            </a:extLst>
          </p:cNvPr>
          <p:cNvCxnSpPr>
            <a:cxnSpLocks/>
          </p:cNvCxnSpPr>
          <p:nvPr userDrawn="1"/>
        </p:nvCxnSpPr>
        <p:spPr>
          <a:xfrm flipV="1">
            <a:off x="398367" y="0"/>
            <a:ext cx="0" cy="685800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A313A15-57C2-5BD9-DE2B-442792010C50}"/>
              </a:ext>
            </a:extLst>
          </p:cNvPr>
          <p:cNvCxnSpPr>
            <a:cxnSpLocks/>
          </p:cNvCxnSpPr>
          <p:nvPr userDrawn="1"/>
        </p:nvCxnSpPr>
        <p:spPr>
          <a:xfrm flipV="1">
            <a:off x="11793633" y="0"/>
            <a:ext cx="0" cy="685800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9D750DB-651A-3C95-E822-712897C2D5A4}"/>
              </a:ext>
            </a:extLst>
          </p:cNvPr>
          <p:cNvCxnSpPr>
            <a:cxnSpLocks/>
          </p:cNvCxnSpPr>
          <p:nvPr userDrawn="1"/>
        </p:nvCxnSpPr>
        <p:spPr>
          <a:xfrm>
            <a:off x="398366" y="3226467"/>
            <a:ext cx="11395267" cy="443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136281F-EE75-A92A-B85E-00B02B5C0B67}"/>
              </a:ext>
            </a:extLst>
          </p:cNvPr>
          <p:cNvCxnSpPr>
            <a:cxnSpLocks/>
          </p:cNvCxnSpPr>
          <p:nvPr userDrawn="1"/>
        </p:nvCxnSpPr>
        <p:spPr>
          <a:xfrm>
            <a:off x="-11430" y="6165891"/>
            <a:ext cx="6339792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5B98AA9-64E2-C5F9-3E90-D02F312EDC52}"/>
              </a:ext>
            </a:extLst>
          </p:cNvPr>
          <p:cNvCxnSpPr>
            <a:cxnSpLocks/>
          </p:cNvCxnSpPr>
          <p:nvPr userDrawn="1"/>
        </p:nvCxnSpPr>
        <p:spPr>
          <a:xfrm>
            <a:off x="10103564" y="6165891"/>
            <a:ext cx="2088436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6440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5544" y="0"/>
            <a:ext cx="4370832" cy="2194560"/>
          </a:xfrm>
        </p:spPr>
        <p:txBody>
          <a:bodyPr/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54A61420-31F3-2DF5-A319-19A8896350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3810"/>
            <a:ext cx="4856184" cy="6850379"/>
          </a:xfrm>
          <a:ln w="15875">
            <a:solidFill>
              <a:schemeClr val="tx1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F374C-57DC-E207-D494-6986428A2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6185" y="2212849"/>
            <a:ext cx="7335814" cy="464515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6354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32D5F1B-4B4F-5C42-0EFC-AE54D2C4EC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63A1AE-C2A2-3984-EE25-E51E8DD65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760" y="1188720"/>
            <a:ext cx="9171432" cy="4480560"/>
          </a:xfrm>
          <a:ln w="15875">
            <a:solidFill>
              <a:schemeClr val="accent1"/>
            </a:solidFill>
          </a:ln>
        </p:spPr>
        <p:txBody>
          <a:bodyPr lIns="365760" bIns="640080" anchor="ctr"/>
          <a:lstStyle>
            <a:lvl1pPr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7A141F-6D41-3734-9073-FB0B24ECBB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65976" y="5102352"/>
            <a:ext cx="2889504" cy="365760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1374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picture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B66CC86A-5147-8A3A-D69B-E3F6DBACAE9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36301" y="928122"/>
            <a:ext cx="3251199" cy="5001754"/>
          </a:xfrm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0" y="1225296"/>
            <a:ext cx="4718304" cy="1645920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F374C-57DC-E207-D494-6986428A2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0" y="2898648"/>
            <a:ext cx="4370832" cy="202996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1"/>
                </a:solidFill>
              </a:defRPr>
            </a:lvl1pPr>
            <a:lvl2pPr marL="566928" indent="-283464">
              <a:lnSpc>
                <a:spcPct val="100000"/>
              </a:lnSpc>
              <a:buFont typeface="Wingdings" panose="05000000000000000000" pitchFamily="2" charset="2"/>
              <a:buChar char="§"/>
              <a:defRPr sz="1600">
                <a:solidFill>
                  <a:schemeClr val="accent1"/>
                </a:solidFill>
              </a:defRPr>
            </a:lvl2pPr>
            <a:lvl3pPr marL="850392" indent="-283464">
              <a:lnSpc>
                <a:spcPct val="100000"/>
              </a:lnSpc>
              <a:buFont typeface="Wingdings" panose="05000000000000000000" pitchFamily="2" charset="2"/>
              <a:buChar char="§"/>
              <a:defRPr sz="1400">
                <a:solidFill>
                  <a:schemeClr val="accent1"/>
                </a:solidFill>
              </a:defRPr>
            </a:lvl3pPr>
            <a:lvl4pPr marL="1133856" indent="-283464">
              <a:lnSpc>
                <a:spcPct val="100000"/>
              </a:lnSpc>
              <a:buFont typeface="Wingdings" panose="05000000000000000000" pitchFamily="2" charset="2"/>
              <a:buChar char="§"/>
              <a:defRPr sz="1200">
                <a:solidFill>
                  <a:schemeClr val="accent1"/>
                </a:solidFill>
              </a:defRPr>
            </a:lvl4pPr>
            <a:lvl5pPr marL="1417320" indent="-283464">
              <a:lnSpc>
                <a:spcPct val="100000"/>
              </a:lnSpc>
              <a:buFont typeface="Wingdings" panose="05000000000000000000" pitchFamily="2" charset="2"/>
              <a:buChar char="§"/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1ABA6-5EA3-1AE9-0825-523073F7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4D792B7-0397-C047-AE12-1A03F7E3DC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C5317-E14C-8E61-2C1E-0430778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14D0E-ED92-E1A4-0E78-546375A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11CC225-384C-A7E8-AFBF-89D35684100D}"/>
              </a:ext>
            </a:extLst>
          </p:cNvPr>
          <p:cNvCxnSpPr>
            <a:cxnSpLocks/>
          </p:cNvCxnSpPr>
          <p:nvPr userDrawn="1"/>
        </p:nvCxnSpPr>
        <p:spPr>
          <a:xfrm>
            <a:off x="0" y="395159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59E07A8-FF17-EE00-CEAE-9071F30D748F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352F90E-8B45-B50A-6BB9-250D96DE376E}"/>
              </a:ext>
            </a:extLst>
          </p:cNvPr>
          <p:cNvCxnSpPr>
            <a:cxnSpLocks/>
          </p:cNvCxnSpPr>
          <p:nvPr userDrawn="1"/>
        </p:nvCxnSpPr>
        <p:spPr>
          <a:xfrm flipV="1">
            <a:off x="398367" y="0"/>
            <a:ext cx="0" cy="685800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3915D5E-49E8-33A0-1B5E-9B7880A4BC60}"/>
              </a:ext>
            </a:extLst>
          </p:cNvPr>
          <p:cNvCxnSpPr>
            <a:cxnSpLocks/>
          </p:cNvCxnSpPr>
          <p:nvPr userDrawn="1"/>
        </p:nvCxnSpPr>
        <p:spPr>
          <a:xfrm flipV="1">
            <a:off x="11793633" y="0"/>
            <a:ext cx="0" cy="685800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E56D179-21F4-E208-F1F2-385E53DC3F00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95159"/>
            <a:ext cx="0" cy="6044326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345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112" y="54864"/>
            <a:ext cx="8165592" cy="96926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F374C-57DC-E207-D494-6986428A2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7552" y="1444752"/>
            <a:ext cx="10287000" cy="45628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1ABA6-5EA3-1AE9-0825-523073F7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/>
          <a:p>
            <a:fld id="{84D792B7-0397-C047-AE12-1A03F7E3DC8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C5317-E14C-8E61-2C1E-0430778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14D0E-ED92-E1A4-0E78-546375A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1B47E35-6C3A-C32C-9037-4D421B7FAE15}"/>
              </a:ext>
            </a:extLst>
          </p:cNvPr>
          <p:cNvCxnSpPr>
            <a:cxnSpLocks/>
          </p:cNvCxnSpPr>
          <p:nvPr userDrawn="1"/>
        </p:nvCxnSpPr>
        <p:spPr>
          <a:xfrm>
            <a:off x="398366" y="1031955"/>
            <a:ext cx="113952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8DBFA4F-F38F-EF0F-7457-5210BB03F444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8DEE4A-F4AB-FB9A-FDD7-3AFBB5A2740B}"/>
              </a:ext>
            </a:extLst>
          </p:cNvPr>
          <p:cNvCxnSpPr>
            <a:cxnSpLocks/>
          </p:cNvCxnSpPr>
          <p:nvPr userDrawn="1"/>
        </p:nvCxnSpPr>
        <p:spPr>
          <a:xfrm flipV="1">
            <a:off x="398367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C921DE1-D458-FC03-01B4-9ECBDF8B6F27}"/>
              </a:ext>
            </a:extLst>
          </p:cNvPr>
          <p:cNvCxnSpPr>
            <a:cxnSpLocks/>
          </p:cNvCxnSpPr>
          <p:nvPr userDrawn="1"/>
        </p:nvCxnSpPr>
        <p:spPr>
          <a:xfrm flipV="1">
            <a:off x="11793633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492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66344"/>
            <a:ext cx="3236976" cy="99669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CB1722C2-4C66-F8BA-B3DD-6199116EF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936" y="1618488"/>
            <a:ext cx="1819656" cy="466344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EF857FA-9C5E-BED3-1ABB-A734EE39340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584448" y="1618488"/>
            <a:ext cx="1819656" cy="466344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F990F14B-1D1F-AA8D-BB23-FA8F7EEF666B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483096" y="1618488"/>
            <a:ext cx="1819656" cy="466344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7D1D0610-E513-F5EA-0393-622F692CA0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528048" y="1618488"/>
            <a:ext cx="1819656" cy="466344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8F906E4-47B1-BEE5-E30F-146C6869BF2D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630936" y="2414016"/>
            <a:ext cx="2167128" cy="310896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C6EFDC5-2080-3126-AB93-FB89817B2C28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3584448" y="2414016"/>
            <a:ext cx="2167128" cy="310896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D6CD9CDA-E122-F6EB-30B5-26D7E17771AB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6483096" y="2414016"/>
            <a:ext cx="2167128" cy="310896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BF37293-4E33-5570-29ED-04EB525DD19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28048" y="2414016"/>
            <a:ext cx="2167128" cy="310896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87F13219-232C-C38C-7D86-D48FAC7D827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40664" y="2852928"/>
            <a:ext cx="1892808" cy="2715768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33" name="Picture Placeholder 31">
            <a:extLst>
              <a:ext uri="{FF2B5EF4-FFF2-40B4-BE49-F238E27FC236}">
                <a16:creationId xmlns:a16="http://schemas.microsoft.com/office/drawing/2014/main" id="{F8C639A8-0897-2015-9829-94E98335DF2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685032" y="2852928"/>
            <a:ext cx="1892808" cy="2715768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34" name="Picture Placeholder 31">
            <a:extLst>
              <a:ext uri="{FF2B5EF4-FFF2-40B4-BE49-F238E27FC236}">
                <a16:creationId xmlns:a16="http://schemas.microsoft.com/office/drawing/2014/main" id="{6CBA6ABC-D5D1-9758-59EA-8DE549CC612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601968" y="2852928"/>
            <a:ext cx="1892808" cy="2715768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36" name="Picture Placeholder 31">
            <a:extLst>
              <a:ext uri="{FF2B5EF4-FFF2-40B4-BE49-F238E27FC236}">
                <a16:creationId xmlns:a16="http://schemas.microsoft.com/office/drawing/2014/main" id="{40E68EB8-B0D8-E5D4-CE19-45219E4D7038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546336" y="2852928"/>
            <a:ext cx="1892808" cy="2715768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E26C148-CFEE-21C0-96F3-EBC299FD2285}"/>
              </a:ext>
            </a:extLst>
          </p:cNvPr>
          <p:cNvCxnSpPr>
            <a:cxnSpLocks/>
          </p:cNvCxnSpPr>
          <p:nvPr userDrawn="1"/>
        </p:nvCxnSpPr>
        <p:spPr>
          <a:xfrm>
            <a:off x="6585357" y="2355475"/>
            <a:ext cx="192520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5BFA673-0676-EDA2-B7AA-6FA05B486C17}"/>
              </a:ext>
            </a:extLst>
          </p:cNvPr>
          <p:cNvCxnSpPr>
            <a:cxnSpLocks/>
          </p:cNvCxnSpPr>
          <p:nvPr userDrawn="1"/>
        </p:nvCxnSpPr>
        <p:spPr>
          <a:xfrm>
            <a:off x="9628632" y="2361693"/>
            <a:ext cx="1929384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5B0A4BB-506D-F90C-BF18-B86999FDC27A}"/>
              </a:ext>
            </a:extLst>
          </p:cNvPr>
          <p:cNvCxnSpPr>
            <a:cxnSpLocks/>
          </p:cNvCxnSpPr>
          <p:nvPr userDrawn="1"/>
        </p:nvCxnSpPr>
        <p:spPr>
          <a:xfrm>
            <a:off x="729735" y="2354726"/>
            <a:ext cx="1929384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E4F1002-8ECA-FF8D-84D1-D74BB9C00127}"/>
              </a:ext>
            </a:extLst>
          </p:cNvPr>
          <p:cNvCxnSpPr>
            <a:cxnSpLocks/>
          </p:cNvCxnSpPr>
          <p:nvPr userDrawn="1"/>
        </p:nvCxnSpPr>
        <p:spPr>
          <a:xfrm>
            <a:off x="3672459" y="2349116"/>
            <a:ext cx="1929384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1ABA6-5EA3-1AE9-0825-523073F7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4D792B7-0397-C047-AE12-1A03F7E3DC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C5317-E14C-8E61-2C1E-0430778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14D0E-ED92-E1A4-0E78-546375A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0493A2-A97C-AF3D-B912-358EF45F61BD}"/>
              </a:ext>
            </a:extLst>
          </p:cNvPr>
          <p:cNvCxnSpPr>
            <a:cxnSpLocks/>
          </p:cNvCxnSpPr>
          <p:nvPr userDrawn="1"/>
        </p:nvCxnSpPr>
        <p:spPr>
          <a:xfrm>
            <a:off x="3866404" y="929468"/>
            <a:ext cx="8325596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35BFB79-CBB3-07C6-9054-B6A67EB74CD0}"/>
              </a:ext>
            </a:extLst>
          </p:cNvPr>
          <p:cNvCxnSpPr>
            <a:cxnSpLocks/>
          </p:cNvCxnSpPr>
          <p:nvPr userDrawn="1"/>
        </p:nvCxnSpPr>
        <p:spPr>
          <a:xfrm>
            <a:off x="0" y="397080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2D070E1-5B92-2362-47F1-B8BCB4EFFA48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6930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112" y="192024"/>
            <a:ext cx="8165592" cy="722376"/>
          </a:xfrm>
        </p:spPr>
        <p:txBody>
          <a:bodyPr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87F13219-232C-C38C-7D86-D48FAC7D827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101852" y="1261872"/>
            <a:ext cx="1609344" cy="160934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CB1722C2-4C66-F8BA-B3DD-6199116EF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2124" y="2889504"/>
            <a:ext cx="1828800" cy="310896"/>
          </a:xfr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8F906E4-47B1-BEE5-E30F-146C6869BF2D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1060704" y="3154680"/>
            <a:ext cx="1691640" cy="466344"/>
          </a:xfrm>
          <a:solidFill>
            <a:schemeClr val="accent2"/>
          </a:solidFill>
        </p:spPr>
        <p:txBody>
          <a:bodyPr lIns="0" r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Picture Placeholder 31">
            <a:extLst>
              <a:ext uri="{FF2B5EF4-FFF2-40B4-BE49-F238E27FC236}">
                <a16:creationId xmlns:a16="http://schemas.microsoft.com/office/drawing/2014/main" id="{19E34216-9950-3FAF-F3B8-AB91DE92628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101852" y="3877056"/>
            <a:ext cx="1609344" cy="160934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C3F46F42-C5D7-B0CE-E3C5-46117B70A93B}"/>
              </a:ext>
            </a:extLst>
          </p:cNvPr>
          <p:cNvSpPr>
            <a:spLocks noGrp="1"/>
          </p:cNvSpPr>
          <p:nvPr>
            <p:ph type="body" idx="35"/>
          </p:nvPr>
        </p:nvSpPr>
        <p:spPr>
          <a:xfrm>
            <a:off x="978408" y="5477256"/>
            <a:ext cx="1856232" cy="310896"/>
          </a:xfr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F01F58CE-C433-DC58-1D16-405DC2D82D88}"/>
              </a:ext>
            </a:extLst>
          </p:cNvPr>
          <p:cNvSpPr>
            <a:spLocks noGrp="1"/>
          </p:cNvSpPr>
          <p:nvPr>
            <p:ph type="body" idx="31"/>
          </p:nvPr>
        </p:nvSpPr>
        <p:spPr>
          <a:xfrm>
            <a:off x="1060704" y="5760720"/>
            <a:ext cx="1691640" cy="466344"/>
          </a:xfrm>
          <a:solidFill>
            <a:schemeClr val="accent2"/>
          </a:solidFill>
        </p:spPr>
        <p:txBody>
          <a:bodyPr lIns="0" r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3" name="Picture Placeholder 31">
            <a:extLst>
              <a:ext uri="{FF2B5EF4-FFF2-40B4-BE49-F238E27FC236}">
                <a16:creationId xmlns:a16="http://schemas.microsoft.com/office/drawing/2014/main" id="{F8C639A8-0897-2015-9829-94E98335DF2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962764" y="1261872"/>
            <a:ext cx="1609344" cy="160934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EF857FA-9C5E-BED3-1ABB-A734EE39340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853036" y="2889504"/>
            <a:ext cx="1828800" cy="310896"/>
          </a:xfr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C6EFDC5-2080-3126-AB93-FB89817B2C28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3921616" y="3154680"/>
            <a:ext cx="1691640" cy="466344"/>
          </a:xfrm>
          <a:solidFill>
            <a:schemeClr val="accent2"/>
          </a:solidFill>
        </p:spPr>
        <p:txBody>
          <a:bodyPr lIns="0" r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Picture Placeholder 31">
            <a:extLst>
              <a:ext uri="{FF2B5EF4-FFF2-40B4-BE49-F238E27FC236}">
                <a16:creationId xmlns:a16="http://schemas.microsoft.com/office/drawing/2014/main" id="{D8E671C2-9C83-AF2B-0C7A-D8CE1420463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962764" y="3877056"/>
            <a:ext cx="1609344" cy="160934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1E0C8150-95EC-3B89-D427-0C4AD56ABB9E}"/>
              </a:ext>
            </a:extLst>
          </p:cNvPr>
          <p:cNvSpPr>
            <a:spLocks noGrp="1"/>
          </p:cNvSpPr>
          <p:nvPr>
            <p:ph type="body" idx="37"/>
          </p:nvPr>
        </p:nvSpPr>
        <p:spPr>
          <a:xfrm>
            <a:off x="3839320" y="5477256"/>
            <a:ext cx="1856232" cy="310896"/>
          </a:xfr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8B6CA730-8E8F-2283-CFDB-358748B1ED30}"/>
              </a:ext>
            </a:extLst>
          </p:cNvPr>
          <p:cNvSpPr>
            <a:spLocks noGrp="1"/>
          </p:cNvSpPr>
          <p:nvPr>
            <p:ph type="body" idx="33"/>
          </p:nvPr>
        </p:nvSpPr>
        <p:spPr>
          <a:xfrm>
            <a:off x="3921616" y="5760720"/>
            <a:ext cx="1691640" cy="466344"/>
          </a:xfrm>
          <a:solidFill>
            <a:schemeClr val="accent2"/>
          </a:solidFill>
        </p:spPr>
        <p:txBody>
          <a:bodyPr lIns="0" r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" name="Picture Placeholder 31">
            <a:extLst>
              <a:ext uri="{FF2B5EF4-FFF2-40B4-BE49-F238E27FC236}">
                <a16:creationId xmlns:a16="http://schemas.microsoft.com/office/drawing/2014/main" id="{6CBA6ABC-D5D1-9758-59EA-8DE549CC612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841853" y="1261872"/>
            <a:ext cx="1609344" cy="160934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F990F14B-1D1F-AA8D-BB23-FA8F7EEF666B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732125" y="2889504"/>
            <a:ext cx="1828800" cy="310896"/>
          </a:xfr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D6CD9CDA-E122-F6EB-30B5-26D7E17771AB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6800705" y="3154680"/>
            <a:ext cx="1691640" cy="466344"/>
          </a:xfrm>
          <a:solidFill>
            <a:schemeClr val="accent2"/>
          </a:solidFill>
        </p:spPr>
        <p:txBody>
          <a:bodyPr lIns="0" r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8" name="Picture Placeholder 31">
            <a:extLst>
              <a:ext uri="{FF2B5EF4-FFF2-40B4-BE49-F238E27FC236}">
                <a16:creationId xmlns:a16="http://schemas.microsoft.com/office/drawing/2014/main" id="{385AF281-7DED-566C-E62C-76BBF2A795A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841853" y="3877056"/>
            <a:ext cx="1609344" cy="160934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D1C2E707-78B6-51F1-8B2D-EA2147D58C21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6718409" y="5477256"/>
            <a:ext cx="1856232" cy="310896"/>
          </a:xfr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9E91D85A-CBAB-980E-5BD9-3BCF8CEAC7EA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6800705" y="5760720"/>
            <a:ext cx="1691640" cy="466344"/>
          </a:xfrm>
          <a:solidFill>
            <a:schemeClr val="accent2"/>
          </a:solidFill>
        </p:spPr>
        <p:txBody>
          <a:bodyPr lIns="0" r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6" name="Picture Placeholder 31">
            <a:extLst>
              <a:ext uri="{FF2B5EF4-FFF2-40B4-BE49-F238E27FC236}">
                <a16:creationId xmlns:a16="http://schemas.microsoft.com/office/drawing/2014/main" id="{40E68EB8-B0D8-E5D4-CE19-45219E4D7038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685057" y="1261872"/>
            <a:ext cx="1609344" cy="160934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7D1D0610-E513-F5EA-0393-622F692CA0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575329" y="2889504"/>
            <a:ext cx="1828800" cy="310896"/>
          </a:xfr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BF37293-4E33-5570-29ED-04EB525DD19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643909" y="3154680"/>
            <a:ext cx="1691640" cy="466344"/>
          </a:xfrm>
          <a:solidFill>
            <a:schemeClr val="accent2"/>
          </a:solidFill>
        </p:spPr>
        <p:txBody>
          <a:bodyPr lIns="0" r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0" name="Picture Placeholder 31">
            <a:extLst>
              <a:ext uri="{FF2B5EF4-FFF2-40B4-BE49-F238E27FC236}">
                <a16:creationId xmlns:a16="http://schemas.microsoft.com/office/drawing/2014/main" id="{5993608C-B818-3AD4-B4D3-28D2DF627D0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685057" y="3877056"/>
            <a:ext cx="1609344" cy="160934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0E307E95-A0E7-5F5C-DFF3-F33EF29FFC32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9561613" y="5477256"/>
            <a:ext cx="1856232" cy="310896"/>
          </a:xfr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93D6B271-D0F0-7CDA-BE9D-BD03B6C47BA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643909" y="5760720"/>
            <a:ext cx="1691640" cy="466344"/>
          </a:xfrm>
          <a:solidFill>
            <a:schemeClr val="accent2"/>
          </a:solidFill>
        </p:spPr>
        <p:txBody>
          <a:bodyPr lIns="0" r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1ABA6-5EA3-1AE9-0825-523073F7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4D792B7-0397-C047-AE12-1A03F7E3DC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C5317-E14C-8E61-2C1E-0430778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14D0E-ED92-E1A4-0E78-546375A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B211C01-E0D3-34B5-C635-7ED6C7C89E9C}"/>
              </a:ext>
            </a:extLst>
          </p:cNvPr>
          <p:cNvCxnSpPr>
            <a:cxnSpLocks/>
          </p:cNvCxnSpPr>
          <p:nvPr userDrawn="1"/>
        </p:nvCxnSpPr>
        <p:spPr>
          <a:xfrm>
            <a:off x="0" y="3300220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D4CCE68-630E-A4CE-AF43-3FB81EADDF21}"/>
              </a:ext>
            </a:extLst>
          </p:cNvPr>
          <p:cNvCxnSpPr>
            <a:cxnSpLocks/>
          </p:cNvCxnSpPr>
          <p:nvPr userDrawn="1"/>
        </p:nvCxnSpPr>
        <p:spPr>
          <a:xfrm>
            <a:off x="398366" y="1042465"/>
            <a:ext cx="11395267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40AA902-F568-9A37-2C1B-1E3659DBE780}"/>
              </a:ext>
            </a:extLst>
          </p:cNvPr>
          <p:cNvCxnSpPr>
            <a:cxnSpLocks/>
          </p:cNvCxnSpPr>
          <p:nvPr userDrawn="1"/>
        </p:nvCxnSpPr>
        <p:spPr>
          <a:xfrm flipV="1">
            <a:off x="398367" y="0"/>
            <a:ext cx="0" cy="685800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4CF9AA-8029-6D34-457C-9FC583E8DFD4}"/>
              </a:ext>
            </a:extLst>
          </p:cNvPr>
          <p:cNvCxnSpPr>
            <a:cxnSpLocks/>
          </p:cNvCxnSpPr>
          <p:nvPr userDrawn="1"/>
        </p:nvCxnSpPr>
        <p:spPr>
          <a:xfrm flipV="1">
            <a:off x="11793633" y="0"/>
            <a:ext cx="0" cy="685800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4CAFEB8-8359-AC67-8760-CFF0FC604D80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7E393C7-F0CA-6CFE-7A57-82D059DF9D96}"/>
              </a:ext>
            </a:extLst>
          </p:cNvPr>
          <p:cNvCxnSpPr>
            <a:cxnSpLocks/>
          </p:cNvCxnSpPr>
          <p:nvPr userDrawn="1"/>
        </p:nvCxnSpPr>
        <p:spPr>
          <a:xfrm>
            <a:off x="0" y="5915157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2972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832" y="1005840"/>
            <a:ext cx="7187184" cy="4251960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BE3754CA-7CD5-66C6-9A94-42B6D2AEC1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1832" y="5312664"/>
            <a:ext cx="2889504" cy="365760"/>
          </a:xfrm>
          <a:solidFill>
            <a:schemeClr val="accent3"/>
          </a:solidFill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  <a:latin typeface="Gill Sans Nova Light" panose="020B03020201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7150B01-E47B-1FE6-D289-46641618F6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37714" y="1028362"/>
            <a:ext cx="2451100" cy="4800597"/>
          </a:xfrm>
          <a:ln w="15875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800"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1ABA6-5EA3-1AE9-0825-523073F7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D792B7-0397-C047-AE12-1A03F7E3DC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C5317-E14C-8E61-2C1E-0430778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14D0E-ED92-E1A4-0E78-546375A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2C5A325-67B4-EB21-61D9-11A62C1149D0}"/>
              </a:ext>
            </a:extLst>
          </p:cNvPr>
          <p:cNvCxnSpPr>
            <a:cxnSpLocks/>
          </p:cNvCxnSpPr>
          <p:nvPr userDrawn="1"/>
        </p:nvCxnSpPr>
        <p:spPr>
          <a:xfrm>
            <a:off x="0" y="395159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966DF71-8DDC-0AE8-6067-6C8BDF66AEE6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D53E1C8-4CA4-75B1-C371-4A379986E7A8}"/>
              </a:ext>
            </a:extLst>
          </p:cNvPr>
          <p:cNvCxnSpPr>
            <a:cxnSpLocks/>
          </p:cNvCxnSpPr>
          <p:nvPr userDrawn="1"/>
        </p:nvCxnSpPr>
        <p:spPr>
          <a:xfrm flipV="1">
            <a:off x="398367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74A3361-4A2D-2ED2-946A-46EA9B3FCC96}"/>
              </a:ext>
            </a:extLst>
          </p:cNvPr>
          <p:cNvCxnSpPr>
            <a:cxnSpLocks/>
          </p:cNvCxnSpPr>
          <p:nvPr userDrawn="1"/>
        </p:nvCxnSpPr>
        <p:spPr>
          <a:xfrm flipV="1">
            <a:off x="11793633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9A1A3AD-F519-2787-F127-4698F8E5CA39}"/>
              </a:ext>
            </a:extLst>
          </p:cNvPr>
          <p:cNvCxnSpPr>
            <a:cxnSpLocks/>
          </p:cNvCxnSpPr>
          <p:nvPr userDrawn="1"/>
        </p:nvCxnSpPr>
        <p:spPr>
          <a:xfrm>
            <a:off x="0" y="5516519"/>
            <a:ext cx="9144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65322AF-E7A0-773B-0886-72337FA4AC8E}"/>
              </a:ext>
            </a:extLst>
          </p:cNvPr>
          <p:cNvCxnSpPr>
            <a:cxnSpLocks/>
            <a:stCxn id="19" idx="3"/>
          </p:cNvCxnSpPr>
          <p:nvPr userDrawn="1"/>
        </p:nvCxnSpPr>
        <p:spPr>
          <a:xfrm>
            <a:off x="3831336" y="5495544"/>
            <a:ext cx="8360664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144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le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5CCC7076-FFA4-750E-431A-0BE2B1B6F2E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47796" y="1652080"/>
            <a:ext cx="4406901" cy="3124681"/>
          </a:xfrm>
          <a:ln w="15875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800"/>
            </a:lvl1pPr>
          </a:lstStyle>
          <a:p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BF410FA-6919-A95F-E465-F3650BC704A5}"/>
              </a:ext>
            </a:extLst>
          </p:cNvPr>
          <p:cNvCxnSpPr>
            <a:cxnSpLocks/>
          </p:cNvCxnSpPr>
          <p:nvPr userDrawn="1"/>
        </p:nvCxnSpPr>
        <p:spPr>
          <a:xfrm>
            <a:off x="0" y="1037308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56D016C-FD2C-0B4B-A727-8A7CAF4A9846}"/>
              </a:ext>
            </a:extLst>
          </p:cNvPr>
          <p:cNvCxnSpPr>
            <a:cxnSpLocks/>
          </p:cNvCxnSpPr>
          <p:nvPr userDrawn="1"/>
        </p:nvCxnSpPr>
        <p:spPr>
          <a:xfrm flipV="1">
            <a:off x="5476731" y="1037308"/>
            <a:ext cx="0" cy="5402177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A79FE8F-AD7E-5CA6-4AC2-165DA0C9BEF5}"/>
              </a:ext>
            </a:extLst>
          </p:cNvPr>
          <p:cNvCxnSpPr>
            <a:cxnSpLocks/>
          </p:cNvCxnSpPr>
          <p:nvPr userDrawn="1"/>
        </p:nvCxnSpPr>
        <p:spPr>
          <a:xfrm flipV="1">
            <a:off x="8792556" y="1027906"/>
            <a:ext cx="0" cy="5411579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1AA6A48-79F7-A000-AA19-3EB390EBAFAF}"/>
              </a:ext>
            </a:extLst>
          </p:cNvPr>
          <p:cNvCxnSpPr>
            <a:cxnSpLocks/>
          </p:cNvCxnSpPr>
          <p:nvPr userDrawn="1"/>
        </p:nvCxnSpPr>
        <p:spPr>
          <a:xfrm>
            <a:off x="5476731" y="3833413"/>
            <a:ext cx="671526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D2FB9E0-941D-A849-6C69-C8A3BDD784D2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68" y="54864"/>
            <a:ext cx="11256264" cy="96926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F374C-57DC-E207-D494-6986428A2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23483" y="1802860"/>
            <a:ext cx="2843784" cy="182734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14D0E-ED92-E1A4-0E78-546375A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C5317-E14C-8E61-2C1E-0430778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1ABA6-5EA3-1AE9-0825-523073F7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/>
          <a:p>
            <a:fld id="{84D792B7-0397-C047-AE12-1A03F7E3DC8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F9E7CC0C-0A82-6C16-C499-CE38E6A5E1A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634474" y="1802860"/>
            <a:ext cx="2843784" cy="182734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57CEC54D-1FD6-3F78-8B9D-D145F9B1C3F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34474" y="1279472"/>
            <a:ext cx="2843784" cy="46634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A61EC6ED-86B0-89B9-F4F3-A17A7F150D1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023483" y="1278001"/>
            <a:ext cx="2843784" cy="46634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3D51AA82-3529-805D-5461-E1C5DC523EBF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23483" y="4599432"/>
            <a:ext cx="2843784" cy="164595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52A58E13-B509-86DD-D9FA-FE6B76B706CE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5634474" y="4599432"/>
            <a:ext cx="2843784" cy="164595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Text Placeholder 30">
            <a:extLst>
              <a:ext uri="{FF2B5EF4-FFF2-40B4-BE49-F238E27FC236}">
                <a16:creationId xmlns:a16="http://schemas.microsoft.com/office/drawing/2014/main" id="{D3275BA4-1A29-81A8-890F-A2019D6AD1A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634474" y="4078224"/>
            <a:ext cx="2843784" cy="46634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6" name="Text Placeholder 30">
            <a:extLst>
              <a:ext uri="{FF2B5EF4-FFF2-40B4-BE49-F238E27FC236}">
                <a16:creationId xmlns:a16="http://schemas.microsoft.com/office/drawing/2014/main" id="{97742C31-A952-F092-74D6-5D432DBE495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023483" y="4078224"/>
            <a:ext cx="2843784" cy="46634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1AF03A42-3FAC-6EF4-3C19-01EADE20F3D9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1207008" y="5788152"/>
            <a:ext cx="3858768" cy="532461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2" name="Text Placeholder 30">
            <a:extLst>
              <a:ext uri="{FF2B5EF4-FFF2-40B4-BE49-F238E27FC236}">
                <a16:creationId xmlns:a16="http://schemas.microsoft.com/office/drawing/2014/main" id="{D4A2DF13-0ACD-F5E4-200D-EF0469F75D0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07008" y="5266944"/>
            <a:ext cx="3858768" cy="46634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7B805FCC-6D7A-F1CC-3B04-A84A068DBB1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695176" y="3310128"/>
            <a:ext cx="292608" cy="292608"/>
          </a:xfrm>
          <a:prstGeom prst="ellipse">
            <a:avLst/>
          </a:prstGeom>
          <a:ln w="15875">
            <a:solidFill>
              <a:schemeClr val="tx1"/>
            </a:solidFill>
          </a:ln>
        </p:spPr>
        <p:txBody>
          <a:bodyPr lIns="0" tIns="0" rIns="0" bIns="0" anchor="ctr"/>
          <a:lstStyle>
            <a:lvl1pPr marL="0" indent="0" algn="ctr"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FEE3F2FF-41FC-A05B-F6EB-A97A7D1B064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695176" y="5897880"/>
            <a:ext cx="292608" cy="292608"/>
          </a:xfrm>
          <a:prstGeom prst="ellipse">
            <a:avLst/>
          </a:prstGeom>
          <a:ln w="15875">
            <a:solidFill>
              <a:schemeClr val="tx1"/>
            </a:solidFill>
          </a:ln>
        </p:spPr>
        <p:txBody>
          <a:bodyPr lIns="0" tIns="0" rIns="0" bIns="0" anchor="ctr"/>
          <a:lstStyle>
            <a:lvl1pPr marL="0" indent="0" algn="ctr"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46" name="Text Placeholder 43">
            <a:extLst>
              <a:ext uri="{FF2B5EF4-FFF2-40B4-BE49-F238E27FC236}">
                <a16:creationId xmlns:a16="http://schemas.microsoft.com/office/drawing/2014/main" id="{271E6249-39AB-A674-474B-129F0FC28F0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293608" y="3310128"/>
            <a:ext cx="292608" cy="292608"/>
          </a:xfrm>
          <a:prstGeom prst="ellipse">
            <a:avLst/>
          </a:prstGeom>
          <a:ln w="15875">
            <a:solidFill>
              <a:schemeClr val="tx1"/>
            </a:solidFill>
          </a:ln>
        </p:spPr>
        <p:txBody>
          <a:bodyPr lIns="0" tIns="0" rIns="0" bIns="0" anchor="ctr"/>
          <a:lstStyle>
            <a:lvl1pPr marL="0" indent="0" algn="ctr"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47" name="Text Placeholder 43">
            <a:extLst>
              <a:ext uri="{FF2B5EF4-FFF2-40B4-BE49-F238E27FC236}">
                <a16:creationId xmlns:a16="http://schemas.microsoft.com/office/drawing/2014/main" id="{1743218C-8B3C-DC33-5CD2-D82FA77A522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93608" y="5897880"/>
            <a:ext cx="292608" cy="292608"/>
          </a:xfrm>
          <a:prstGeom prst="ellipse">
            <a:avLst/>
          </a:prstGeom>
          <a:ln w="15875">
            <a:solidFill>
              <a:schemeClr val="tx1"/>
            </a:solidFill>
          </a:ln>
        </p:spPr>
        <p:txBody>
          <a:bodyPr lIns="0" tIns="0" rIns="0" bIns="0" anchor="ctr"/>
          <a:lstStyle>
            <a:lvl1pPr marL="0" indent="0" algn="ctr"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48" name="Text Placeholder 43">
            <a:extLst>
              <a:ext uri="{FF2B5EF4-FFF2-40B4-BE49-F238E27FC236}">
                <a16:creationId xmlns:a16="http://schemas.microsoft.com/office/drawing/2014/main" id="{6018CAD3-E7B7-16B7-5631-0C3F7C38C53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48640" y="5330952"/>
            <a:ext cx="512064" cy="512064"/>
          </a:xfrm>
          <a:prstGeom prst="ellipse">
            <a:avLst/>
          </a:prstGeom>
          <a:ln w="15875">
            <a:solidFill>
              <a:schemeClr val="tx1"/>
            </a:solidFill>
          </a:ln>
        </p:spPr>
        <p:txBody>
          <a:bodyPr lIns="0" tIns="0" rIns="0" bIns="0" anchor="ctr"/>
          <a:lstStyle>
            <a:lvl1pPr marL="0" indent="0" algn="ctr"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654059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EDE488-304D-8F7B-7181-CB5794855926}"/>
              </a:ext>
            </a:extLst>
          </p:cNvPr>
          <p:cNvCxnSpPr>
            <a:cxnSpLocks/>
          </p:cNvCxnSpPr>
          <p:nvPr userDrawn="1"/>
        </p:nvCxnSpPr>
        <p:spPr>
          <a:xfrm>
            <a:off x="1565155" y="1983947"/>
            <a:ext cx="10626845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73152"/>
            <a:ext cx="3227832" cy="96926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87F13219-232C-C38C-7D86-D48FAC7D827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94360" y="1481328"/>
            <a:ext cx="969264" cy="96926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CB1722C2-4C66-F8BA-B3DD-6199116EF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2064" y="2743200"/>
            <a:ext cx="1389888" cy="466344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8F906E4-47B1-BEE5-E30F-146C6869BF2D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512064" y="3218688"/>
            <a:ext cx="1801368" cy="1481328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3" name="Picture Placeholder 31">
            <a:extLst>
              <a:ext uri="{FF2B5EF4-FFF2-40B4-BE49-F238E27FC236}">
                <a16:creationId xmlns:a16="http://schemas.microsoft.com/office/drawing/2014/main" id="{F8C639A8-0897-2015-9829-94E98335DF2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017520" y="1481328"/>
            <a:ext cx="969264" cy="96926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EF857FA-9C5E-BED3-1ABB-A734EE39340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916936" y="2743200"/>
            <a:ext cx="1389888" cy="466344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C6EFDC5-2080-3126-AB93-FB89817B2C28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2916936" y="3218688"/>
            <a:ext cx="1801368" cy="1481328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" name="Picture Placeholder 31">
            <a:extLst>
              <a:ext uri="{FF2B5EF4-FFF2-40B4-BE49-F238E27FC236}">
                <a16:creationId xmlns:a16="http://schemas.microsoft.com/office/drawing/2014/main" id="{6CBA6ABC-D5D1-9758-59EA-8DE549CC612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440680" y="1481328"/>
            <a:ext cx="969264" cy="96926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F990F14B-1D1F-AA8D-BB23-FA8F7EEF666B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5358384" y="2743200"/>
            <a:ext cx="1389888" cy="466344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D6CD9CDA-E122-F6EB-30B5-26D7E17771AB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5358384" y="3218688"/>
            <a:ext cx="1801368" cy="1481328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Picture Placeholder 31">
            <a:extLst>
              <a:ext uri="{FF2B5EF4-FFF2-40B4-BE49-F238E27FC236}">
                <a16:creationId xmlns:a16="http://schemas.microsoft.com/office/drawing/2014/main" id="{8AC38C98-F011-6729-EA3D-B9F72D88DBB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744968" y="1481328"/>
            <a:ext cx="969264" cy="96926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1D32DAF-E8E7-6294-0961-BC9CCFB6F413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7644384" y="2743200"/>
            <a:ext cx="1389888" cy="466344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C9875650-BD0D-32C5-3819-F8C14365B414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7644384" y="3218688"/>
            <a:ext cx="1801368" cy="1481328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6" name="Picture Placeholder 31">
            <a:extLst>
              <a:ext uri="{FF2B5EF4-FFF2-40B4-BE49-F238E27FC236}">
                <a16:creationId xmlns:a16="http://schemas.microsoft.com/office/drawing/2014/main" id="{40E68EB8-B0D8-E5D4-CE19-45219E4D7038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204704" y="1481328"/>
            <a:ext cx="969264" cy="96926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7D1D0610-E513-F5EA-0393-622F692CA0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113264" y="2743200"/>
            <a:ext cx="1389888" cy="466344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BF37293-4E33-5570-29ED-04EB525DD19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113264" y="3218688"/>
            <a:ext cx="1801368" cy="1481328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1ABA6-5EA3-1AE9-0825-523073F7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4D792B7-0397-C047-AE12-1A03F7E3DC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C5317-E14C-8E61-2C1E-0430778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14D0E-ED92-E1A4-0E78-546375A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EEA677E-8DEA-5E75-BA4B-23D1BA7F8E99}"/>
              </a:ext>
            </a:extLst>
          </p:cNvPr>
          <p:cNvCxnSpPr>
            <a:cxnSpLocks/>
          </p:cNvCxnSpPr>
          <p:nvPr userDrawn="1"/>
        </p:nvCxnSpPr>
        <p:spPr>
          <a:xfrm>
            <a:off x="3866404" y="522548"/>
            <a:ext cx="8325596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B3319DB-4A46-5428-C6CC-D0751895D66F}"/>
              </a:ext>
            </a:extLst>
          </p:cNvPr>
          <p:cNvCxnSpPr>
            <a:cxnSpLocks/>
          </p:cNvCxnSpPr>
          <p:nvPr userDrawn="1"/>
        </p:nvCxnSpPr>
        <p:spPr>
          <a:xfrm>
            <a:off x="0" y="5757057"/>
            <a:ext cx="8504858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62B810B-B523-F767-647B-12432989B2E9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2A089CB3-1FD6-52E9-890B-0C5EC799D8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36655" y="5143104"/>
            <a:ext cx="3355345" cy="1252728"/>
          </a:xfrm>
        </p:spPr>
        <p:txBody>
          <a:bodyPr anchor="ctr"/>
          <a:lstStyle>
            <a:lvl1pPr marL="0" indent="0">
              <a:buNone/>
              <a:defRPr sz="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61278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0672C-3B98-424B-3047-A14FF403A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344" y="36576"/>
            <a:ext cx="5294376" cy="969264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656258F0-1496-C756-9648-B7772E2B111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4501" y="1592221"/>
            <a:ext cx="5207000" cy="4292599"/>
          </a:xfrm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399D7D-8B9F-47AD-ACF1-0FAA45069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5392" y="740664"/>
            <a:ext cx="5157787" cy="466344"/>
          </a:xfrm>
        </p:spPr>
        <p:txBody>
          <a:bodyPr anchor="ctr"/>
          <a:lstStyle>
            <a:lvl1pPr marL="0" indent="0">
              <a:buNone/>
              <a:defRPr sz="2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2E9DC0-11F7-BF92-00BF-7C7E94670C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65392" y="1417320"/>
            <a:ext cx="5157787" cy="2029968"/>
          </a:xfrm>
        </p:spPr>
        <p:txBody>
          <a:bodyPr/>
          <a:lstStyle>
            <a:lvl1pPr>
              <a:lnSpc>
                <a:spcPct val="100000"/>
              </a:lnSpc>
              <a:spcBef>
                <a:spcPts val="1800"/>
              </a:spcBef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110F4B-383C-979A-7C67-60731A902C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392" y="3941064"/>
            <a:ext cx="5183188" cy="466344"/>
          </a:xfrm>
        </p:spPr>
        <p:txBody>
          <a:bodyPr anchor="ctr"/>
          <a:lstStyle>
            <a:lvl1pPr marL="0" indent="0">
              <a:buNone/>
              <a:defRPr sz="2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58E51B-C92F-F9B7-5D67-2EE0685CCF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392" y="4485555"/>
            <a:ext cx="5183188" cy="1197864"/>
          </a:xfrm>
        </p:spPr>
        <p:txBody>
          <a:bodyPr/>
          <a:lstStyle>
            <a:lvl1pPr>
              <a:lnSpc>
                <a:spcPct val="100000"/>
              </a:lnSpc>
              <a:spcBef>
                <a:spcPts val="1800"/>
              </a:spcBef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376A9B-4626-290B-917F-B57D35120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4D792B7-0397-C047-AE12-1A03F7E3DC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47E33F-E2CD-B99B-7A79-CDC2550A1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27C822-3603-1035-6BD5-07AEADACE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816DB4-C374-189A-F1F8-5F1B43EC2B71}"/>
              </a:ext>
            </a:extLst>
          </p:cNvPr>
          <p:cNvCxnSpPr>
            <a:cxnSpLocks/>
          </p:cNvCxnSpPr>
          <p:nvPr userDrawn="1"/>
        </p:nvCxnSpPr>
        <p:spPr>
          <a:xfrm>
            <a:off x="0" y="1037557"/>
            <a:ext cx="6096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FEC7540-FB09-0AE1-04FF-3706800F4DB6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0"/>
            <a:ext cx="0" cy="6439485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69421D4-0B4D-95CB-4FCB-E139DCBAD9BB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78489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B0F0B75-DD75-7194-E40A-3AA5DD203B15}"/>
              </a:ext>
            </a:extLst>
          </p:cNvPr>
          <p:cNvSpPr/>
          <p:nvPr userDrawn="1"/>
        </p:nvSpPr>
        <p:spPr>
          <a:xfrm>
            <a:off x="3886830" y="1031243"/>
            <a:ext cx="7906804" cy="540624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B85F28-9AE2-01CA-E801-96F2F2ACC4FE}"/>
              </a:ext>
            </a:extLst>
          </p:cNvPr>
          <p:cNvSpPr/>
          <p:nvPr userDrawn="1"/>
        </p:nvSpPr>
        <p:spPr>
          <a:xfrm>
            <a:off x="409046" y="1042071"/>
            <a:ext cx="3455590" cy="539541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112" y="64008"/>
            <a:ext cx="8165592" cy="96926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77B3A0F7-4877-4804-831D-E094CB4C49B3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67512" y="1673352"/>
            <a:ext cx="2907792" cy="466344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F374C-57DC-E207-D494-6986428A2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1307592"/>
            <a:ext cx="7598664" cy="1197864"/>
          </a:xfrm>
        </p:spPr>
        <p:txBody>
          <a:bodyPr anchor="ctr"/>
          <a:lstStyle>
            <a:lvl1pPr marL="283464">
              <a:lnSpc>
                <a:spcPct val="100000"/>
              </a:lnSpc>
              <a:spcBef>
                <a:spcPts val="0"/>
              </a:spcBef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defRPr sz="1600"/>
            </a:lvl2pPr>
            <a:lvl3pPr>
              <a:lnSpc>
                <a:spcPct val="100000"/>
              </a:lnSpc>
              <a:spcBef>
                <a:spcPts val="0"/>
              </a:spcBef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defRPr sz="1200"/>
            </a:lvl4pPr>
            <a:lvl5pPr>
              <a:lnSpc>
                <a:spcPct val="10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5160F9ED-11F2-C22D-919C-AD28524B13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7512" y="3452264"/>
            <a:ext cx="2907792" cy="466344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C5B491A-910D-96D7-7910-D672B631333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123102" y="3086504"/>
            <a:ext cx="7598664" cy="1197864"/>
          </a:xfrm>
        </p:spPr>
        <p:txBody>
          <a:bodyPr anchor="ctr"/>
          <a:lstStyle>
            <a:lvl1pPr marL="283464">
              <a:lnSpc>
                <a:spcPct val="100000"/>
              </a:lnSpc>
              <a:spcBef>
                <a:spcPts val="0"/>
              </a:spcBef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defRPr sz="1600"/>
            </a:lvl2pPr>
            <a:lvl3pPr>
              <a:lnSpc>
                <a:spcPct val="100000"/>
              </a:lnSpc>
              <a:spcBef>
                <a:spcPts val="0"/>
              </a:spcBef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defRPr sz="1200"/>
            </a:lvl4pPr>
            <a:lvl5pPr>
              <a:lnSpc>
                <a:spcPct val="10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C7845D54-C197-EEDA-099F-45ED6EC803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7512" y="5288457"/>
            <a:ext cx="2907792" cy="466344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00C50B6-D96C-CEAF-4897-329D7DBC41E1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114800" y="4922697"/>
            <a:ext cx="7598664" cy="1197864"/>
          </a:xfrm>
        </p:spPr>
        <p:txBody>
          <a:bodyPr anchor="ctr"/>
          <a:lstStyle>
            <a:lvl1pPr marL="283464">
              <a:lnSpc>
                <a:spcPct val="100000"/>
              </a:lnSpc>
              <a:spcBef>
                <a:spcPts val="0"/>
              </a:spcBef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defRPr sz="1600"/>
            </a:lvl2pPr>
            <a:lvl3pPr>
              <a:lnSpc>
                <a:spcPct val="100000"/>
              </a:lnSpc>
              <a:spcBef>
                <a:spcPts val="0"/>
              </a:spcBef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defRPr sz="1200"/>
            </a:lvl4pPr>
            <a:lvl5pPr>
              <a:lnSpc>
                <a:spcPct val="10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1ABA6-5EA3-1AE9-0825-523073F7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/>
          <a:p>
            <a:fld id="{84D792B7-0397-C047-AE12-1A03F7E3DC8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C5317-E14C-8E61-2C1E-0430778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14D0E-ED92-E1A4-0E78-546375A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8A273E5-D639-4F22-9056-01A62C38E224}"/>
              </a:ext>
            </a:extLst>
          </p:cNvPr>
          <p:cNvCxnSpPr>
            <a:cxnSpLocks/>
          </p:cNvCxnSpPr>
          <p:nvPr userDrawn="1"/>
        </p:nvCxnSpPr>
        <p:spPr>
          <a:xfrm>
            <a:off x="398366" y="1038695"/>
            <a:ext cx="113952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96F1646-E658-90F3-D203-86B50D2F5DEF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793165-641B-DB78-F1A5-573C6041DE9A}"/>
              </a:ext>
            </a:extLst>
          </p:cNvPr>
          <p:cNvCxnSpPr>
            <a:cxnSpLocks/>
          </p:cNvCxnSpPr>
          <p:nvPr userDrawn="1"/>
        </p:nvCxnSpPr>
        <p:spPr>
          <a:xfrm flipV="1">
            <a:off x="398367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4121FCC-C1AD-FD70-0727-3D611AEFAAD4}"/>
              </a:ext>
            </a:extLst>
          </p:cNvPr>
          <p:cNvCxnSpPr>
            <a:cxnSpLocks/>
          </p:cNvCxnSpPr>
          <p:nvPr userDrawn="1"/>
        </p:nvCxnSpPr>
        <p:spPr>
          <a:xfrm flipV="1">
            <a:off x="11793633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890A2E-4E9B-29B4-124F-FBBCB462EB7C}"/>
              </a:ext>
            </a:extLst>
          </p:cNvPr>
          <p:cNvCxnSpPr>
            <a:cxnSpLocks/>
          </p:cNvCxnSpPr>
          <p:nvPr userDrawn="1"/>
        </p:nvCxnSpPr>
        <p:spPr>
          <a:xfrm>
            <a:off x="398366" y="2767098"/>
            <a:ext cx="113952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256AAD6-732C-A795-FCB1-69CE94E3F1C4}"/>
              </a:ext>
            </a:extLst>
          </p:cNvPr>
          <p:cNvCxnSpPr>
            <a:cxnSpLocks/>
          </p:cNvCxnSpPr>
          <p:nvPr userDrawn="1"/>
        </p:nvCxnSpPr>
        <p:spPr>
          <a:xfrm>
            <a:off x="398366" y="4603773"/>
            <a:ext cx="113952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2162417-AD43-4C6C-A3F2-EC7D979B702A}"/>
              </a:ext>
            </a:extLst>
          </p:cNvPr>
          <p:cNvCxnSpPr>
            <a:cxnSpLocks/>
          </p:cNvCxnSpPr>
          <p:nvPr userDrawn="1"/>
        </p:nvCxnSpPr>
        <p:spPr>
          <a:xfrm flipV="1">
            <a:off x="3864636" y="1031243"/>
            <a:ext cx="0" cy="5407244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73487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5A4D4F6-5B85-FBD0-E507-B32E94BF2066}"/>
              </a:ext>
            </a:extLst>
          </p:cNvPr>
          <p:cNvSpPr/>
          <p:nvPr userDrawn="1"/>
        </p:nvSpPr>
        <p:spPr>
          <a:xfrm>
            <a:off x="3886830" y="1031243"/>
            <a:ext cx="7906804" cy="540624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7666C5-50ED-BD11-EBB3-5068C0F8FE27}"/>
              </a:ext>
            </a:extLst>
          </p:cNvPr>
          <p:cNvSpPr/>
          <p:nvPr userDrawn="1"/>
        </p:nvSpPr>
        <p:spPr>
          <a:xfrm>
            <a:off x="409046" y="1042071"/>
            <a:ext cx="3455590" cy="539541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2EAF0B87-8A17-7C9D-202E-F0AC8A920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112" y="64008"/>
            <a:ext cx="8165592" cy="96926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C766325D-8175-9B95-4BB6-87E3195AAD33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67512" y="2155720"/>
            <a:ext cx="2907792" cy="466344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5F9AFE21-B015-59CC-B869-6CA584CD8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1283336"/>
            <a:ext cx="7598664" cy="2211112"/>
          </a:xfrm>
        </p:spPr>
        <p:txBody>
          <a:bodyPr anchor="ctr"/>
          <a:lstStyle>
            <a:lvl1pPr marL="283464">
              <a:lnSpc>
                <a:spcPct val="100000"/>
              </a:lnSpc>
              <a:spcBef>
                <a:spcPts val="0"/>
              </a:spcBef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defRPr sz="1600"/>
            </a:lvl2pPr>
            <a:lvl3pPr>
              <a:lnSpc>
                <a:spcPct val="100000"/>
              </a:lnSpc>
              <a:spcBef>
                <a:spcPts val="0"/>
              </a:spcBef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defRPr sz="1200"/>
            </a:lvl4pPr>
            <a:lvl5pPr>
              <a:lnSpc>
                <a:spcPct val="10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81CCD754-FDAD-02A0-CC23-AE197F4DA1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7512" y="4856116"/>
            <a:ext cx="2907792" cy="466344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8DA3CBCD-145A-E531-00B6-F66E3BB91D3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114800" y="3983732"/>
            <a:ext cx="7598664" cy="2211112"/>
          </a:xfrm>
        </p:spPr>
        <p:txBody>
          <a:bodyPr anchor="ctr"/>
          <a:lstStyle>
            <a:lvl1pPr marL="283464">
              <a:lnSpc>
                <a:spcPct val="100000"/>
              </a:lnSpc>
              <a:spcBef>
                <a:spcPts val="0"/>
              </a:spcBef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defRPr sz="1600"/>
            </a:lvl2pPr>
            <a:lvl3pPr>
              <a:lnSpc>
                <a:spcPct val="100000"/>
              </a:lnSpc>
              <a:spcBef>
                <a:spcPts val="0"/>
              </a:spcBef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defRPr sz="1200"/>
            </a:lvl4pPr>
            <a:lvl5pPr>
              <a:lnSpc>
                <a:spcPct val="10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C8C7A88B-B5E6-DF17-298C-3F1D6F2BB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/>
          <a:p>
            <a:fld id="{84D792B7-0397-C047-AE12-1A03F7E3DC8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F6BF98F2-CC55-EA67-AFEB-3B9BDA92B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5" name="Date Placeholder 3">
            <a:extLst>
              <a:ext uri="{FF2B5EF4-FFF2-40B4-BE49-F238E27FC236}">
                <a16:creationId xmlns:a16="http://schemas.microsoft.com/office/drawing/2014/main" id="{80D6DCDD-07F4-F7F0-12E1-CAF3B5CCCE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22471" y="6517634"/>
            <a:ext cx="950260" cy="274320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526EBCF-823D-784A-BF8D-A377758CEB81}"/>
              </a:ext>
            </a:extLst>
          </p:cNvPr>
          <p:cNvCxnSpPr>
            <a:cxnSpLocks/>
          </p:cNvCxnSpPr>
          <p:nvPr userDrawn="1"/>
        </p:nvCxnSpPr>
        <p:spPr>
          <a:xfrm>
            <a:off x="398366" y="1038695"/>
            <a:ext cx="113952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D6E25F4-4D19-CCBB-9F09-7369C86AAD57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6A4D074-D2CA-D6E0-115B-1CEDA471F0F3}"/>
              </a:ext>
            </a:extLst>
          </p:cNvPr>
          <p:cNvCxnSpPr>
            <a:cxnSpLocks/>
          </p:cNvCxnSpPr>
          <p:nvPr userDrawn="1"/>
        </p:nvCxnSpPr>
        <p:spPr>
          <a:xfrm flipV="1">
            <a:off x="398367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B039A31-257E-2036-4142-307DD91B05CC}"/>
              </a:ext>
            </a:extLst>
          </p:cNvPr>
          <p:cNvCxnSpPr>
            <a:cxnSpLocks/>
          </p:cNvCxnSpPr>
          <p:nvPr userDrawn="1"/>
        </p:nvCxnSpPr>
        <p:spPr>
          <a:xfrm flipV="1">
            <a:off x="11793633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39C06B9-E1A2-A881-C800-86FBB69963F9}"/>
              </a:ext>
            </a:extLst>
          </p:cNvPr>
          <p:cNvCxnSpPr>
            <a:cxnSpLocks/>
          </p:cNvCxnSpPr>
          <p:nvPr userDrawn="1"/>
        </p:nvCxnSpPr>
        <p:spPr>
          <a:xfrm>
            <a:off x="398366" y="3739090"/>
            <a:ext cx="113952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DDBBDAB-1770-6117-02A2-DF798EAD6320}"/>
              </a:ext>
            </a:extLst>
          </p:cNvPr>
          <p:cNvCxnSpPr>
            <a:cxnSpLocks/>
          </p:cNvCxnSpPr>
          <p:nvPr userDrawn="1"/>
        </p:nvCxnSpPr>
        <p:spPr>
          <a:xfrm flipV="1">
            <a:off x="3864636" y="1031243"/>
            <a:ext cx="0" cy="5407244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77851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3872" y="4389120"/>
            <a:ext cx="4709160" cy="1645920"/>
          </a:xfrm>
        </p:spPr>
        <p:txBody>
          <a:bodyPr/>
          <a:lstStyle>
            <a:lvl1pPr algn="ctr"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FD728F67-F092-A253-7F58-A329D8F43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1680" y="2130552"/>
            <a:ext cx="8165592" cy="175564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1"/>
                </a:solidFill>
              </a:defRPr>
            </a:lvl1pPr>
            <a:lvl2pPr marL="566928" indent="-283464">
              <a:lnSpc>
                <a:spcPct val="100000"/>
              </a:lnSpc>
              <a:buFont typeface="Wingdings" panose="05000000000000000000" pitchFamily="2" charset="2"/>
              <a:buChar char="§"/>
              <a:defRPr sz="1600">
                <a:solidFill>
                  <a:schemeClr val="accent1"/>
                </a:solidFill>
              </a:defRPr>
            </a:lvl2pPr>
            <a:lvl3pPr marL="850392" indent="-283464">
              <a:lnSpc>
                <a:spcPct val="100000"/>
              </a:lnSpc>
              <a:buFont typeface="Wingdings" panose="05000000000000000000" pitchFamily="2" charset="2"/>
              <a:buChar char="§"/>
              <a:defRPr sz="1400">
                <a:solidFill>
                  <a:schemeClr val="accent1"/>
                </a:solidFill>
              </a:defRPr>
            </a:lvl3pPr>
            <a:lvl4pPr marL="1133856" indent="-283464">
              <a:lnSpc>
                <a:spcPct val="100000"/>
              </a:lnSpc>
              <a:buFont typeface="Wingdings" panose="05000000000000000000" pitchFamily="2" charset="2"/>
              <a:buChar char="§"/>
              <a:defRPr sz="1200">
                <a:solidFill>
                  <a:schemeClr val="accent1"/>
                </a:solidFill>
              </a:defRPr>
            </a:lvl4pPr>
            <a:lvl5pPr marL="1417320" indent="-283464">
              <a:lnSpc>
                <a:spcPct val="100000"/>
              </a:lnSpc>
              <a:buFont typeface="Wingdings" panose="05000000000000000000" pitchFamily="2" charset="2"/>
              <a:buChar char="§"/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1ABA6-5EA3-1AE9-0825-523073F7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4D792B7-0397-C047-AE12-1A03F7E3DC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C5317-E14C-8E61-2C1E-0430778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14D0E-ED92-E1A4-0E78-546375A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9E5CB43-9C58-7065-8F71-3D1335DCA2E8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D7C51743-4A18-4275-9C86-2A02654EB16B}"/>
              </a:ext>
            </a:extLst>
          </p:cNvPr>
          <p:cNvSpPr/>
          <p:nvPr userDrawn="1"/>
        </p:nvSpPr>
        <p:spPr>
          <a:xfrm>
            <a:off x="1509823" y="1188365"/>
            <a:ext cx="9172353" cy="4481269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0105206-25D5-CAFF-D01A-6C366A0DDD06}"/>
              </a:ext>
            </a:extLst>
          </p:cNvPr>
          <p:cNvCxnSpPr>
            <a:cxnSpLocks/>
          </p:cNvCxnSpPr>
          <p:nvPr userDrawn="1"/>
        </p:nvCxnSpPr>
        <p:spPr>
          <a:xfrm>
            <a:off x="0" y="5208047"/>
            <a:ext cx="5837756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568D0A6-8634-2DEB-AE13-929FDDFD954E}"/>
              </a:ext>
            </a:extLst>
          </p:cNvPr>
          <p:cNvCxnSpPr>
            <a:cxnSpLocks/>
          </p:cNvCxnSpPr>
          <p:nvPr userDrawn="1"/>
        </p:nvCxnSpPr>
        <p:spPr>
          <a:xfrm>
            <a:off x="10546079" y="5220132"/>
            <a:ext cx="1645921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76680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5544" y="731520"/>
            <a:ext cx="5952744" cy="1645920"/>
          </a:xfrm>
        </p:spPr>
        <p:txBody>
          <a:bodyPr/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2AA6941D-E239-2A54-E6C1-1574E59717D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872540" cy="6858000"/>
          </a:xfrm>
          <a:ln w="15875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44C3332-D605-38F6-7D05-D7B329747768}"/>
              </a:ext>
            </a:extLst>
          </p:cNvPr>
          <p:cNvCxnSpPr>
            <a:cxnSpLocks/>
          </p:cNvCxnSpPr>
          <p:nvPr userDrawn="1"/>
        </p:nvCxnSpPr>
        <p:spPr>
          <a:xfrm>
            <a:off x="4863079" y="4150757"/>
            <a:ext cx="732892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7B2C081-8C69-001E-872F-68A1B1E48B94}"/>
              </a:ext>
            </a:extLst>
          </p:cNvPr>
          <p:cNvCxnSpPr>
            <a:cxnSpLocks/>
          </p:cNvCxnSpPr>
          <p:nvPr userDrawn="1"/>
        </p:nvCxnSpPr>
        <p:spPr>
          <a:xfrm>
            <a:off x="4872540" y="5515589"/>
            <a:ext cx="732892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5613557-EA43-56E7-5DE1-8A9813B2D7EB}"/>
              </a:ext>
            </a:extLst>
          </p:cNvPr>
          <p:cNvCxnSpPr>
            <a:cxnSpLocks/>
          </p:cNvCxnSpPr>
          <p:nvPr userDrawn="1"/>
        </p:nvCxnSpPr>
        <p:spPr>
          <a:xfrm>
            <a:off x="4872540" y="2766534"/>
            <a:ext cx="732892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CA79F44-DB47-D961-5554-E6CEF0F31D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5545" y="3191256"/>
            <a:ext cx="5953506" cy="73152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D8CB894C-EA47-EEFE-AB8C-A9B9B10EDFA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94782" y="4498848"/>
            <a:ext cx="5953506" cy="73152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B3C09B13-9367-B435-A76A-9DBB1332FC5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494782" y="5797296"/>
            <a:ext cx="5953506" cy="73152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141012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77913A3-071A-44D9-E59A-B9C86D99F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112" y="54864"/>
            <a:ext cx="8165592" cy="96926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67C02-F658-3749-9924-99BDA9C11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/>
          <a:p>
            <a:fld id="{84D792B7-0397-C047-AE12-1A03F7E3DC8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120C0-232E-AD3B-138D-B65A7AD49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10ABD4-B26A-0940-A80F-399F8FCAD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94864F6-8550-2BFC-DC03-2BB296DF2E95}"/>
              </a:ext>
            </a:extLst>
          </p:cNvPr>
          <p:cNvCxnSpPr>
            <a:cxnSpLocks/>
          </p:cNvCxnSpPr>
          <p:nvPr userDrawn="1"/>
        </p:nvCxnSpPr>
        <p:spPr>
          <a:xfrm>
            <a:off x="398366" y="1031955"/>
            <a:ext cx="113952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D95A92E-7815-7546-3201-42AEFA654F4C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FF23430-1681-F3A4-F071-7C338746014B}"/>
              </a:ext>
            </a:extLst>
          </p:cNvPr>
          <p:cNvCxnSpPr>
            <a:cxnSpLocks/>
          </p:cNvCxnSpPr>
          <p:nvPr userDrawn="1"/>
        </p:nvCxnSpPr>
        <p:spPr>
          <a:xfrm flipV="1">
            <a:off x="398367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7B44D2F-F976-B752-100E-E994C9F0206A}"/>
              </a:ext>
            </a:extLst>
          </p:cNvPr>
          <p:cNvCxnSpPr>
            <a:cxnSpLocks/>
          </p:cNvCxnSpPr>
          <p:nvPr userDrawn="1"/>
        </p:nvCxnSpPr>
        <p:spPr>
          <a:xfrm flipV="1">
            <a:off x="11793633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09439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AC1505-F26B-3039-38E3-3A7F7CC7F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2C2A94-01A4-034C-9AE7-87CF12383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5BEB7-6CEE-98EF-C00B-19BF6407E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/>
          <a:p>
            <a:fld id="{84D792B7-0397-C047-AE12-1A03F7E3DC8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912249-F431-4F6C-4213-30FF47C81741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0187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5AA5F-2C28-9886-0D00-5D18198ECE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22471" y="6517634"/>
            <a:ext cx="95026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 spc="300" baseline="0">
                <a:solidFill>
                  <a:schemeClr val="tx1"/>
                </a:solidFill>
                <a:latin typeface="Gill Sans Nova Light" panose="020B0302020104020203" pitchFamily="34" charset="0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922ECB-9F56-BDF6-8792-01F55B2EA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62B5B1-8D0B-68C6-B628-3FF8E5DCD2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F9CC0-D93B-C416-BCCE-87441F99C0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 spc="300" baseline="0">
                <a:solidFill>
                  <a:schemeClr val="tx1"/>
                </a:solidFill>
                <a:latin typeface="Gill Sans Nova Light" panose="020B0302020104020203" pitchFamily="34" charset="0"/>
              </a:defRPr>
            </a:lvl1pPr>
          </a:lstStyle>
          <a:p>
            <a:fld id="{84D792B7-0397-C047-AE12-1A03F7E3DC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4253F60-8B31-6272-41B3-5C95D6A908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spc="300" baseline="0">
                <a:solidFill>
                  <a:schemeClr val="tx1"/>
                </a:solidFill>
                <a:latin typeface="Gill Sans Nova Light" panose="020B0302020104020203" pitchFamily="34" charset="0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202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1" r:id="rId3"/>
    <p:sldLayoutId id="2147483660" r:id="rId4"/>
    <p:sldLayoutId id="2147483670" r:id="rId5"/>
    <p:sldLayoutId id="2147483668" r:id="rId6"/>
    <p:sldLayoutId id="2147483669" r:id="rId7"/>
    <p:sldLayoutId id="2147483667" r:id="rId8"/>
    <p:sldLayoutId id="2147483666" r:id="rId9"/>
    <p:sldLayoutId id="2147483665" r:id="rId10"/>
    <p:sldLayoutId id="2147483653" r:id="rId11"/>
    <p:sldLayoutId id="2147483664" r:id="rId12"/>
    <p:sldLayoutId id="2147483671" r:id="rId13"/>
    <p:sldLayoutId id="2147483663" r:id="rId14"/>
    <p:sldLayoutId id="2147483662" r:id="rId15"/>
    <p:sldLayoutId id="2147483654" r:id="rId16"/>
    <p:sldLayoutId id="2147483655" r:id="rId1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3464" indent="-283464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66928" indent="-283464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50392" indent="-283464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133856" indent="-283464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17320" indent="-283464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80/02723638.2022.2054604" TargetMode="External"/><Relationship Id="rId2" Type="http://schemas.openxmlformats.org/officeDocument/2006/relationships/hyperlink" Target="https://www.jstor.org/stable/26398341" TargetMode="External"/><Relationship Id="rId1" Type="http://schemas.openxmlformats.org/officeDocument/2006/relationships/slideLayout" Target="../slideLayouts/slideLayout16.xml"/><Relationship Id="rId6" Type="http://schemas.openxmlformats.org/officeDocument/2006/relationships/hyperlink" Target="https://www.dailymail.co.uk/travel/travel_news/article-2718715/Pay-Spanish-stall-owners-charge-tourists-visit-Valencia-s-central-market-refuse-buy-anything.html" TargetMode="External"/><Relationship Id="rId5" Type="http://schemas.openxmlformats.org/officeDocument/2006/relationships/hyperlink" Target="https://www.cidrap.umn.edu/fifth-covid-19-surge-tests-european-countries" TargetMode="External"/><Relationship Id="rId4" Type="http://schemas.openxmlformats.org/officeDocument/2006/relationships/hyperlink" Target="https://brewminate.com/life-in-medieval-towns-and-village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7B1341B-74CE-99E1-8A79-DB717AB6EA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dirty="0">
                <a:solidFill>
                  <a:srgbClr val="F8F4EC"/>
                </a:solidFill>
                <a:latin typeface="Felix Titling"/>
                <a:cs typeface="Times New Roman"/>
              </a:rPr>
              <a:t>Human Response to disease in </a:t>
            </a:r>
            <a:r>
              <a:rPr lang="en-US" sz="4800">
                <a:solidFill>
                  <a:srgbClr val="F8F4EC"/>
                </a:solidFill>
                <a:latin typeface="Felix Titling"/>
                <a:cs typeface="Times New Roman"/>
              </a:rPr>
              <a:t>European urban </a:t>
            </a:r>
            <a:r>
              <a:rPr lang="en-US" sz="4800" dirty="0">
                <a:solidFill>
                  <a:srgbClr val="F8F4EC"/>
                </a:solidFill>
                <a:latin typeface="Felix Titling"/>
                <a:cs typeface="Times New Roman"/>
              </a:rPr>
              <a:t>geography</a:t>
            </a:r>
            <a:endParaRPr lang="en-US" sz="6000" dirty="0">
              <a:cs typeface="Times New Roman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1867331-230D-9C0A-257F-D767A3E56A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latin typeface="Gill Sans Nova Light"/>
              </a:rPr>
              <a:t>a presentation by </a:t>
            </a:r>
            <a:r>
              <a:rPr lang="en-US" dirty="0" err="1">
                <a:latin typeface="Gill Sans Nova Light"/>
              </a:rPr>
              <a:t>andres</a:t>
            </a:r>
            <a:r>
              <a:rPr lang="en-US" dirty="0">
                <a:latin typeface="Gill Sans Nova Light"/>
              </a:rPr>
              <a:t> </a:t>
            </a:r>
            <a:r>
              <a:rPr lang="en-US" dirty="0" err="1">
                <a:latin typeface="Gill Sans Nova Light"/>
              </a:rPr>
              <a:t>gamez</a:t>
            </a:r>
            <a:r>
              <a:rPr lang="en-US" dirty="0">
                <a:latin typeface="Gill Sans Nova Light"/>
              </a:rPr>
              <a:t> 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6" descr="A picture containing text, outdoor, building, sky&#10;&#10;Description automatically generated">
            <a:extLst>
              <a:ext uri="{FF2B5EF4-FFF2-40B4-BE49-F238E27FC236}">
                <a16:creationId xmlns:a16="http://schemas.microsoft.com/office/drawing/2014/main" id="{8912BA0B-9381-526C-D9AF-929A2DF55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457" y="439565"/>
            <a:ext cx="9612405" cy="2331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628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DBBD9FBF-BDEA-E2A9-5AC0-F365EF1CA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6397" y="257735"/>
            <a:ext cx="4370832" cy="2194560"/>
          </a:xfrm>
        </p:spPr>
        <p:txBody>
          <a:bodyPr/>
          <a:lstStyle/>
          <a:p>
            <a:r>
              <a:rPr lang="en-US" sz="5500" dirty="0"/>
              <a:t>Topics of Discussion</a:t>
            </a:r>
          </a:p>
        </p:txBody>
      </p:sp>
      <p:pic>
        <p:nvPicPr>
          <p:cNvPr id="6" name="Picture Placeholder 5" descr="Lisbon rooftops">
            <a:extLst>
              <a:ext uri="{FF2B5EF4-FFF2-40B4-BE49-F238E27FC236}">
                <a16:creationId xmlns:a16="http://schemas.microsoft.com/office/drawing/2014/main" id="{51A06734-9234-687F-E232-56B8B04C890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162"/>
                    </a14:imgEffect>
                    <a14:imgEffect>
                      <a14:saturation sat="135000"/>
                    </a14:imgEffect>
                    <a14:imgEffect>
                      <a14:brightnessContrast bright="-14000" contrast="-38000"/>
                    </a14:imgEffect>
                  </a14:imgLayer>
                </a14:imgProps>
              </a:ext>
            </a:extLst>
          </a:blip>
          <a:srcRect l="35" r="35"/>
          <a:stretch/>
        </p:blipFill>
        <p:spPr>
          <a:xfrm>
            <a:off x="1" y="3810"/>
            <a:ext cx="4856184" cy="6850379"/>
          </a:xfrm>
        </p:spPr>
      </p:pic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0B69E8E6-9D16-D9E3-B5C1-6F6E6588BF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5032543"/>
              </p:ext>
            </p:extLst>
          </p:nvPr>
        </p:nvGraphicFramePr>
        <p:xfrm>
          <a:off x="4852147" y="2667000"/>
          <a:ext cx="7335836" cy="4185888"/>
        </p:xfrm>
        <a:graphic>
          <a:graphicData uri="http://schemas.openxmlformats.org/drawingml/2006/table">
            <a:tbl>
              <a:tblPr firstRow="1" bandRow="1"/>
              <a:tblGrid>
                <a:gridCol w="797877">
                  <a:extLst>
                    <a:ext uri="{9D8B030D-6E8A-4147-A177-3AD203B41FA5}">
                      <a16:colId xmlns:a16="http://schemas.microsoft.com/office/drawing/2014/main" val="1680321436"/>
                    </a:ext>
                  </a:extLst>
                </a:gridCol>
                <a:gridCol w="6537959">
                  <a:extLst>
                    <a:ext uri="{9D8B030D-6E8A-4147-A177-3AD203B41FA5}">
                      <a16:colId xmlns:a16="http://schemas.microsoft.com/office/drawing/2014/main" val="1621479666"/>
                    </a:ext>
                  </a:extLst>
                </a:gridCol>
              </a:tblGrid>
              <a:tr h="104647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+mj-lt"/>
                        </a:rPr>
                        <a:t>3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400" dirty="0">
                          <a:latin typeface="Felix Titling"/>
                          <a:cs typeface="Felix Titling" panose="020F0502020204030204" pitchFamily="34" charset="0"/>
                        </a:rPr>
                        <a:t>Analysis of Lilley's Points</a:t>
                      </a:r>
                    </a:p>
                  </a:txBody>
                  <a:tcPr marL="41148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30913436"/>
                  </a:ext>
                </a:extLst>
              </a:tr>
              <a:tr h="104647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+mj-lt"/>
                        </a:rPr>
                        <a:t>5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400" dirty="0">
                          <a:latin typeface="Felix Titling"/>
                          <a:cs typeface="Felix Titling" panose="020F0502020204030204" pitchFamily="34" charset="0"/>
                        </a:rPr>
                        <a:t>Analysis of MMP et al.'s points</a:t>
                      </a:r>
                    </a:p>
                  </a:txBody>
                  <a:tcPr marL="41148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8392374"/>
                  </a:ext>
                </a:extLst>
              </a:tr>
              <a:tr h="104647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+mj-lt"/>
                        </a:rPr>
                        <a:t>7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Felix Titling"/>
                          <a:cs typeface="Felix Titling" panose="020F0502020204030204" pitchFamily="34" charset="0"/>
                        </a:rPr>
                        <a:t>methods</a:t>
                      </a:r>
                      <a:endParaRPr lang="en-US" sz="2400" dirty="0">
                        <a:latin typeface="Felix Titling" panose="020F0502020204030204" pitchFamily="34" charset="0"/>
                        <a:cs typeface="Felix Titling" panose="020F0502020204030204" pitchFamily="34" charset="0"/>
                      </a:endParaRPr>
                    </a:p>
                  </a:txBody>
                  <a:tcPr marL="41148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1282632"/>
                  </a:ext>
                </a:extLst>
              </a:tr>
              <a:tr h="104647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+mj-lt"/>
                        </a:rPr>
                        <a:t>8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Felix Titling"/>
                          <a:cs typeface="Felix Titling" panose="020F0502020204030204" pitchFamily="34" charset="0"/>
                        </a:rPr>
                        <a:t>comparison</a:t>
                      </a:r>
                    </a:p>
                  </a:txBody>
                  <a:tcPr marL="41148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129095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1214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59025BC-7A1A-3FAF-3BC0-13AF568A2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893" y="249972"/>
            <a:ext cx="5233458" cy="1667384"/>
          </a:xfrm>
        </p:spPr>
        <p:txBody>
          <a:bodyPr/>
          <a:lstStyle/>
          <a:p>
            <a:r>
              <a:rPr lang="en-US" sz="2000" i="1" dirty="0">
                <a:solidFill>
                  <a:schemeClr val="bg1"/>
                </a:solidFill>
                <a:ea typeface="+mj-lt"/>
                <a:cs typeface="+mj-lt"/>
              </a:rPr>
              <a:t>Urban Planning after the Black Death: Townscape Transformation in Later Medieval England </a:t>
            </a:r>
            <a:br>
              <a:rPr lang="en-US" sz="2000" i="1" dirty="0">
                <a:ea typeface="+mj-lt"/>
                <a:cs typeface="+mj-lt"/>
              </a:rPr>
            </a:br>
            <a:r>
              <a:rPr lang="en-US" sz="2000" i="1" dirty="0">
                <a:solidFill>
                  <a:schemeClr val="bg1"/>
                </a:solidFill>
                <a:ea typeface="+mj-lt"/>
                <a:cs typeface="+mj-lt"/>
              </a:rPr>
              <a:t>(1350–1530)     </a:t>
            </a:r>
            <a:r>
              <a:rPr lang="en-US" sz="2000" dirty="0">
                <a:solidFill>
                  <a:schemeClr val="bg1"/>
                </a:solidFill>
                <a:ea typeface="+mj-lt"/>
                <a:cs typeface="+mj-lt"/>
              </a:rPr>
              <a:t>                     -</a:t>
            </a:r>
            <a:r>
              <a:rPr lang="en-US" sz="1700" dirty="0">
                <a:solidFill>
                  <a:schemeClr val="bg1"/>
                </a:solidFill>
                <a:ea typeface="+mj-lt"/>
                <a:cs typeface="+mj-lt"/>
              </a:rPr>
              <a:t>Keith D. </a:t>
            </a:r>
            <a:r>
              <a:rPr lang="en-US" sz="1700" dirty="0" err="1">
                <a:solidFill>
                  <a:schemeClr val="bg1"/>
                </a:solidFill>
                <a:ea typeface="+mj-lt"/>
                <a:cs typeface="+mj-lt"/>
              </a:rPr>
              <a:t>Lillley</a:t>
            </a:r>
            <a:endParaRPr lang="en-US" sz="1800" dirty="0" err="1">
              <a:solidFill>
                <a:schemeClr val="bg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A127E98-F085-5A66-9D65-E2BAC77B0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792B7-0397-C047-AE12-1A03F7E3DC8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AF93863-763B-590D-9D57-2E4C5A8E9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pic>
        <p:nvPicPr>
          <p:cNvPr id="2" name="Picture 4" descr="Diagram&#10;&#10;Description automatically generated">
            <a:extLst>
              <a:ext uri="{FF2B5EF4-FFF2-40B4-BE49-F238E27FC236}">
                <a16:creationId xmlns:a16="http://schemas.microsoft.com/office/drawing/2014/main" id="{4708635D-5633-374D-8DA8-80C0411E3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0674" y="362699"/>
            <a:ext cx="4199963" cy="6047937"/>
          </a:xfrm>
          <a:prstGeom prst="rect">
            <a:avLst/>
          </a:prstGeom>
        </p:spPr>
      </p:pic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6CAE622D-5116-6382-7B8B-D666BB19D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65276" y="6115468"/>
            <a:ext cx="6467536" cy="1068070"/>
          </a:xfrm>
        </p:spPr>
        <p:txBody>
          <a:bodyPr/>
          <a:lstStyle/>
          <a:p>
            <a:r>
              <a:rPr lang="en-US" sz="900" dirty="0">
                <a:latin typeface="Felix Titling"/>
              </a:rPr>
              <a:t>Human Response to disease in European urban geography</a:t>
            </a:r>
            <a:endParaRPr lang="en-US" sz="900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487E84C-2476-2FBD-5476-2CC723C5B8B1}"/>
              </a:ext>
            </a:extLst>
          </p:cNvPr>
          <p:cNvSpPr>
            <a:spLocks noGrp="1"/>
          </p:cNvSpPr>
          <p:nvPr/>
        </p:nvSpPr>
        <p:spPr>
          <a:xfrm>
            <a:off x="570244" y="2425849"/>
            <a:ext cx="5157787" cy="13352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566928" indent="-283464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850392" indent="-283464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33856" indent="-283464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417320" indent="-283464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3210" indent="-283210"/>
            <a:r>
              <a:rPr lang="en-US" dirty="0"/>
              <a:t>Reduced urban populations through death and relocation. </a:t>
            </a:r>
          </a:p>
          <a:p>
            <a:pPr marL="283210" indent="-283210"/>
            <a:r>
              <a:rPr lang="en-US" dirty="0"/>
              <a:t>Made some cities infrastructure defunct.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D47E5BE-E230-160F-7A1E-18DE936C8F7E}"/>
              </a:ext>
            </a:extLst>
          </p:cNvPr>
          <p:cNvSpPr>
            <a:spLocks noGrp="1"/>
          </p:cNvSpPr>
          <p:nvPr/>
        </p:nvSpPr>
        <p:spPr>
          <a:xfrm>
            <a:off x="570245" y="1715576"/>
            <a:ext cx="5157787" cy="8025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400" b="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Effects of the Black Death in England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9DEDDC9-C73E-187E-46BA-3048D211404B}"/>
              </a:ext>
            </a:extLst>
          </p:cNvPr>
          <p:cNvSpPr>
            <a:spLocks noGrp="1"/>
          </p:cNvSpPr>
          <p:nvPr/>
        </p:nvSpPr>
        <p:spPr>
          <a:xfrm>
            <a:off x="570244" y="3732635"/>
            <a:ext cx="5157787" cy="4887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400" b="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English urban Adaptations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A48B4745-E632-878D-E314-3679771701EA}"/>
              </a:ext>
            </a:extLst>
          </p:cNvPr>
          <p:cNvSpPr>
            <a:spLocks noGrp="1"/>
          </p:cNvSpPr>
          <p:nvPr/>
        </p:nvSpPr>
        <p:spPr>
          <a:xfrm>
            <a:off x="570243" y="4218790"/>
            <a:ext cx="5180198" cy="192911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566928" indent="-283464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850392" indent="-283464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33856" indent="-283464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417320" indent="-283464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3210" indent="-283210"/>
            <a:r>
              <a:rPr lang="en-US" dirty="0"/>
              <a:t>Consolidation of English towns into smaller and improved communities. </a:t>
            </a:r>
          </a:p>
          <a:p>
            <a:pPr marL="283210" indent="-283210"/>
            <a:r>
              <a:rPr lang="en-US" dirty="0"/>
              <a:t>The homogeneous culture and government of the English allowed them to act decisively.</a:t>
            </a:r>
          </a:p>
          <a:p>
            <a:pPr marL="283210" indent="-283210"/>
            <a:r>
              <a:rPr lang="en-US" dirty="0"/>
              <a:t>Construction of new civic works and improvements to </a:t>
            </a:r>
            <a:r>
              <a:rPr lang="en-US" dirty="0">
                <a:ea typeface="+mn-lt"/>
                <a:cs typeface="+mn-lt"/>
              </a:rPr>
              <a:t>infrastructure</a:t>
            </a:r>
            <a:r>
              <a:rPr lang="en-US" dirty="0"/>
              <a:t>.</a:t>
            </a:r>
          </a:p>
          <a:p>
            <a:pPr marL="283210" indent="-283210"/>
            <a:endParaRPr lang="en-US" dirty="0"/>
          </a:p>
          <a:p>
            <a:pPr marL="283210" indent="-283210"/>
            <a:endParaRPr lang="en-US" dirty="0"/>
          </a:p>
          <a:p>
            <a:pPr marL="283210" indent="-28321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694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CDDCB8-0DA6-16F3-B3CA-CF93D0760B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5392" y="740664"/>
            <a:ext cx="5437934" cy="466344"/>
          </a:xfrm>
        </p:spPr>
        <p:txBody>
          <a:bodyPr/>
          <a:lstStyle/>
          <a:p>
            <a:r>
              <a:rPr lang="en-US" dirty="0"/>
              <a:t>Lilley's Connection to urban design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BC2971-7886-2287-75E6-F484F930D59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283210" indent="-283210"/>
            <a:r>
              <a:rPr lang="en-US" dirty="0"/>
              <a:t>A society facing 'urban decay' would not support these projects.</a:t>
            </a:r>
          </a:p>
          <a:p>
            <a:pPr marL="283210" indent="-283210"/>
            <a:r>
              <a:rPr lang="en-US" dirty="0"/>
              <a:t>Showed that there was optimism for the progression of society. </a:t>
            </a:r>
          </a:p>
          <a:p>
            <a:pPr marL="283210" indent="-283210"/>
            <a:r>
              <a:rPr lang="en-US" dirty="0"/>
              <a:t>New towns continued to be established throughout the Medieval period.</a:t>
            </a:r>
          </a:p>
          <a:p>
            <a:pPr marL="283210" indent="-283210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04A013-8896-5CD5-72E8-3B8EEA1D64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76598" y="3929858"/>
            <a:ext cx="5519364" cy="466344"/>
          </a:xfrm>
        </p:spPr>
        <p:txBody>
          <a:bodyPr/>
          <a:lstStyle/>
          <a:p>
            <a:r>
              <a:rPr lang="en-US" dirty="0"/>
              <a:t>Effects of English Adaptations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B2AD00-6CD2-E80D-01B6-8AF25A1EB8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75975" y="4395285"/>
            <a:ext cx="5151439" cy="151536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3210" indent="-283210"/>
            <a:r>
              <a:rPr lang="en-US" dirty="0"/>
              <a:t>Developed urban planning as a profession and field of study.</a:t>
            </a:r>
          </a:p>
          <a:p>
            <a:pPr marL="283210" indent="-283210"/>
            <a:r>
              <a:rPr lang="en-US" dirty="0"/>
              <a:t>Ensured the survival of English towns through the Medieval period.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A815897-F8B8-2427-BC3B-2B4F48408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792B7-0397-C047-AE12-1A03F7E3DC83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0CFEBF-213D-E499-0C6B-AC54D1E98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907B1D2-E63A-6DC8-FA09-DE428AFBE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Urban planning after the Black Death</a:t>
            </a:r>
          </a:p>
        </p:txBody>
      </p:sp>
      <p:sp>
        <p:nvSpPr>
          <p:cNvPr id="10" name="Footer Placeholder 6">
            <a:extLst>
              <a:ext uri="{FF2B5EF4-FFF2-40B4-BE49-F238E27FC236}">
                <a16:creationId xmlns:a16="http://schemas.microsoft.com/office/drawing/2014/main" id="{769A2A88-5F81-FC8D-5D39-4A816B5B7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65276" y="6115468"/>
            <a:ext cx="6467536" cy="1068070"/>
          </a:xfrm>
        </p:spPr>
        <p:txBody>
          <a:bodyPr/>
          <a:lstStyle/>
          <a:p>
            <a:r>
              <a:rPr lang="en-US" sz="900" dirty="0">
                <a:latin typeface="Felix Titling"/>
              </a:rPr>
              <a:t>Human Response to disease in European urban geography</a:t>
            </a:r>
            <a:endParaRPr lang="en-US" sz="900" dirty="0"/>
          </a:p>
        </p:txBody>
      </p:sp>
      <p:pic>
        <p:nvPicPr>
          <p:cNvPr id="19" name="Picture 14" descr="Diagram, map&#10;&#10;Description automatically generated">
            <a:extLst>
              <a:ext uri="{FF2B5EF4-FFF2-40B4-BE49-F238E27FC236}">
                <a16:creationId xmlns:a16="http://schemas.microsoft.com/office/drawing/2014/main" id="{3C577A3D-BFC1-099B-E838-990F3B69B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780" y="1049676"/>
            <a:ext cx="4404480" cy="5398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805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7BA72-039E-DC2E-355E-F1172D227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177" y="110659"/>
            <a:ext cx="5294376" cy="969264"/>
          </a:xfrm>
        </p:spPr>
        <p:txBody>
          <a:bodyPr/>
          <a:lstStyle/>
          <a:p>
            <a:r>
              <a:rPr lang="en-US" sz="1800" dirty="0">
                <a:solidFill>
                  <a:schemeClr val="bg1"/>
                </a:solidFill>
                <a:ea typeface="+mj-lt"/>
                <a:cs typeface="+mj-lt"/>
              </a:rPr>
              <a:t>Re-producing public space: the changing everyday production of outdoor retail markets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CDDCB8-0DA6-16F3-B3CA-CF93D0760B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5392" y="539581"/>
            <a:ext cx="5157787" cy="466344"/>
          </a:xfrm>
        </p:spPr>
        <p:txBody>
          <a:bodyPr/>
          <a:lstStyle/>
          <a:p>
            <a:r>
              <a:rPr lang="en-US" dirty="0"/>
              <a:t>Covid-19 on Urban markets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BC2971-7886-2287-75E6-F484F930D5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23059" y="1004570"/>
            <a:ext cx="5157787" cy="233688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3210" indent="-283210"/>
            <a:r>
              <a:rPr lang="en-US" dirty="0"/>
              <a:t>Governments shut down public markets to slow the spread of Covid-19.</a:t>
            </a:r>
          </a:p>
          <a:p>
            <a:pPr marL="283210" indent="-283210"/>
            <a:r>
              <a:rPr lang="en-US" dirty="0"/>
              <a:t>Diminished the social space that markets function as for the elderly, immigrants, single parents, and small families. </a:t>
            </a:r>
          </a:p>
          <a:p>
            <a:pPr marL="283210" indent="-283210"/>
            <a:r>
              <a:rPr lang="en-US" dirty="0"/>
              <a:t>Affecting traders' livelihoods. 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04A013-8896-5CD5-72E8-3B8EEA1D64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392" y="3581231"/>
            <a:ext cx="5183188" cy="466344"/>
          </a:xfrm>
        </p:spPr>
        <p:txBody>
          <a:bodyPr/>
          <a:lstStyle/>
          <a:p>
            <a:r>
              <a:rPr lang="en-US" dirty="0"/>
              <a:t>Adaptations to Covid-19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B2AD00-6CD2-E80D-01B6-8AF25A1EB8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391" y="4120119"/>
            <a:ext cx="5160778" cy="228483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3210" indent="-283210"/>
            <a:r>
              <a:rPr lang="en-US" dirty="0"/>
              <a:t>Traders introduced online ordering/ delivery options for their goods.</a:t>
            </a:r>
          </a:p>
          <a:p>
            <a:pPr marL="283210" indent="-283210"/>
            <a:r>
              <a:rPr lang="en-US" dirty="0"/>
              <a:t>Re-opening markets with reduced capacity for traders and patrons to preserve some of the 'market spirit'.</a:t>
            </a:r>
          </a:p>
          <a:p>
            <a:pPr marL="283210" indent="-283210"/>
            <a:r>
              <a:rPr lang="en-US" dirty="0"/>
              <a:t>Continuing of the social sphere.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A815897-F8B8-2427-BC3B-2B4F48408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792B7-0397-C047-AE12-1A03F7E3DC8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0CFEBF-213D-E499-0C6B-AC54D1E98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pic>
        <p:nvPicPr>
          <p:cNvPr id="12" name="Picture 15" descr="A picture containing building, indoor, ceiling, people&#10;&#10;Description automatically generated">
            <a:extLst>
              <a:ext uri="{FF2B5EF4-FFF2-40B4-BE49-F238E27FC236}">
                <a16:creationId xmlns:a16="http://schemas.microsoft.com/office/drawing/2014/main" id="{43C42A09-A5DF-551A-7A6B-0F65DD61CF7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9343" r="9343"/>
          <a:stretch/>
        </p:blipFill>
        <p:spPr/>
      </p:pic>
      <p:sp>
        <p:nvSpPr>
          <p:cNvPr id="18" name="Footer Placeholder 6">
            <a:extLst>
              <a:ext uri="{FF2B5EF4-FFF2-40B4-BE49-F238E27FC236}">
                <a16:creationId xmlns:a16="http://schemas.microsoft.com/office/drawing/2014/main" id="{8523BE61-8CD2-9C7D-DF73-D26564C89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65276" y="6115468"/>
            <a:ext cx="6467536" cy="1068070"/>
          </a:xfrm>
        </p:spPr>
        <p:txBody>
          <a:bodyPr/>
          <a:lstStyle/>
          <a:p>
            <a:r>
              <a:rPr lang="en-US" sz="900" dirty="0">
                <a:latin typeface="Felix Titling"/>
              </a:rPr>
              <a:t>Human Response to disease in European urban geography</a:t>
            </a:r>
            <a:endParaRPr lang="en-US" sz="9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DC5634-9C4C-C1D0-9D9F-12DEBD6068CC}"/>
              </a:ext>
            </a:extLst>
          </p:cNvPr>
          <p:cNvSpPr txBox="1"/>
          <p:nvPr/>
        </p:nvSpPr>
        <p:spPr>
          <a:xfrm>
            <a:off x="359833" y="5892271"/>
            <a:ext cx="445822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 "</a:t>
            </a:r>
            <a:r>
              <a:rPr lang="en-US" sz="1400" err="1">
                <a:solidFill>
                  <a:schemeClr val="bg1"/>
                </a:solidFill>
              </a:rPr>
              <a:t>Valencias</a:t>
            </a:r>
            <a:r>
              <a:rPr lang="en-US" sz="1400" dirty="0">
                <a:solidFill>
                  <a:schemeClr val="bg1"/>
                </a:solidFill>
              </a:rPr>
              <a:t> Central Market … " - </a:t>
            </a:r>
            <a:r>
              <a:rPr lang="en-US" sz="1400" err="1">
                <a:solidFill>
                  <a:schemeClr val="bg1"/>
                </a:solidFill>
              </a:rPr>
              <a:t>DailyMail</a:t>
            </a:r>
            <a:r>
              <a:rPr lang="en-US" sz="1400" dirty="0">
                <a:solidFill>
                  <a:schemeClr val="bg1"/>
                </a:solidFill>
              </a:rPr>
              <a:t> UK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82DEE5C-3C47-BEB0-C2BD-697A6151EEBF}"/>
              </a:ext>
            </a:extLst>
          </p:cNvPr>
          <p:cNvSpPr txBox="1"/>
          <p:nvPr/>
        </p:nvSpPr>
        <p:spPr>
          <a:xfrm>
            <a:off x="468311" y="1082146"/>
            <a:ext cx="382322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Felix Titling"/>
              </a:rPr>
              <a:t>MMP et al.</a:t>
            </a:r>
          </a:p>
        </p:txBody>
      </p:sp>
    </p:spTree>
    <p:extLst>
      <p:ext uri="{BB962C8B-B14F-4D97-AF65-F5344CB8AC3E}">
        <p14:creationId xmlns:p14="http://schemas.microsoft.com/office/powerpoint/2010/main" val="565802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59025BC-7A1A-3FAF-3BC0-13AF568A2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276" y="552531"/>
            <a:ext cx="5233458" cy="759709"/>
          </a:xfrm>
        </p:spPr>
        <p:txBody>
          <a:bodyPr/>
          <a:lstStyle/>
          <a:p>
            <a:r>
              <a:rPr lang="en-US" sz="2000" dirty="0">
                <a:solidFill>
                  <a:schemeClr val="bg1"/>
                </a:solidFill>
                <a:ea typeface="+mj-lt"/>
                <a:cs typeface="+mj-lt"/>
              </a:rPr>
              <a:t>Reproducing Public Space</a:t>
            </a:r>
            <a:br>
              <a:rPr lang="en-US" sz="2000" dirty="0">
                <a:solidFill>
                  <a:schemeClr val="bg1"/>
                </a:solidFill>
                <a:ea typeface="+mj-lt"/>
                <a:cs typeface="+mj-lt"/>
              </a:rPr>
            </a:br>
            <a:r>
              <a:rPr lang="en-US" sz="2000" dirty="0">
                <a:solidFill>
                  <a:schemeClr val="bg1"/>
                </a:solidFill>
                <a:ea typeface="+mj-lt"/>
                <a:cs typeface="+mj-lt"/>
              </a:rPr>
              <a:t>-MMP et al.</a:t>
            </a:r>
            <a:endParaRPr lang="en-US" sz="1700">
              <a:solidFill>
                <a:schemeClr val="bg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A127E98-F085-5A66-9D65-E2BAC77B0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792B7-0397-C047-AE12-1A03F7E3DC8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AF93863-763B-590D-9D57-2E4C5A8E9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6CAE622D-5116-6382-7B8B-D666BB19D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65276" y="6115468"/>
            <a:ext cx="6467536" cy="1068070"/>
          </a:xfrm>
        </p:spPr>
        <p:txBody>
          <a:bodyPr/>
          <a:lstStyle/>
          <a:p>
            <a:r>
              <a:rPr lang="en-US" sz="900" dirty="0">
                <a:latin typeface="Felix Titling"/>
              </a:rPr>
              <a:t>Human Response to disease in European urban geography</a:t>
            </a:r>
            <a:endParaRPr lang="en-US" sz="900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487E84C-2476-2FBD-5476-2CC723C5B8B1}"/>
              </a:ext>
            </a:extLst>
          </p:cNvPr>
          <p:cNvSpPr>
            <a:spLocks noGrp="1"/>
          </p:cNvSpPr>
          <p:nvPr/>
        </p:nvSpPr>
        <p:spPr>
          <a:xfrm>
            <a:off x="615068" y="1921584"/>
            <a:ext cx="5157787" cy="13352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566928" indent="-283464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850392" indent="-283464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33856" indent="-283464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417320" indent="-283464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3210" indent="-283210"/>
            <a:r>
              <a:rPr lang="en-US" dirty="0"/>
              <a:t>Changes to the venue and model of traders allowed the 'market spirit' to endure. </a:t>
            </a:r>
          </a:p>
          <a:p>
            <a:pPr marL="283210" indent="-283210"/>
            <a:r>
              <a:rPr lang="en-US" dirty="0"/>
              <a:t>The shift of markets away from public sphere redefined the market spirit in the private sphere.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D47E5BE-E230-160F-7A1E-18DE936C8F7E}"/>
              </a:ext>
            </a:extLst>
          </p:cNvPr>
          <p:cNvSpPr>
            <a:spLocks noGrp="1"/>
          </p:cNvSpPr>
          <p:nvPr/>
        </p:nvSpPr>
        <p:spPr>
          <a:xfrm>
            <a:off x="570245" y="1379400"/>
            <a:ext cx="5157787" cy="8025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400" b="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MMp</a:t>
            </a:r>
            <a:r>
              <a:rPr lang="en-US" dirty="0"/>
              <a:t> et al.'s arguments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9DEDDC9-C73E-187E-46BA-3048D211404B}"/>
              </a:ext>
            </a:extLst>
          </p:cNvPr>
          <p:cNvSpPr>
            <a:spLocks noGrp="1"/>
          </p:cNvSpPr>
          <p:nvPr/>
        </p:nvSpPr>
        <p:spPr>
          <a:xfrm>
            <a:off x="615068" y="3811077"/>
            <a:ext cx="5157787" cy="4887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400" b="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Effects of adaptation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A48B4745-E632-878D-E314-3679771701EA}"/>
              </a:ext>
            </a:extLst>
          </p:cNvPr>
          <p:cNvSpPr>
            <a:spLocks noGrp="1"/>
          </p:cNvSpPr>
          <p:nvPr/>
        </p:nvSpPr>
        <p:spPr>
          <a:xfrm>
            <a:off x="615067" y="4218790"/>
            <a:ext cx="5157787" cy="224287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566928" indent="-283464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850392" indent="-283464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33856" indent="-283464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417320" indent="-283464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3210" indent="-283210"/>
            <a:r>
              <a:rPr lang="en-US" dirty="0"/>
              <a:t>Some traders adapted to use online order and delivery methods.</a:t>
            </a:r>
          </a:p>
          <a:p>
            <a:pPr marL="283210" indent="-283210"/>
            <a:r>
              <a:rPr lang="en-US" dirty="0"/>
              <a:t>Some traders lost their businesses.</a:t>
            </a:r>
          </a:p>
          <a:p>
            <a:pPr marL="283210" indent="-283210"/>
            <a:r>
              <a:rPr lang="en-US" dirty="0"/>
              <a:t>Largely, most traders and patrons have gone back to pre-covid market models.</a:t>
            </a:r>
          </a:p>
          <a:p>
            <a:pPr marL="283210" indent="-283210"/>
            <a:endParaRPr lang="en-US" dirty="0"/>
          </a:p>
          <a:p>
            <a:pPr marL="283210" indent="-283210"/>
            <a:endParaRPr lang="en-US" dirty="0"/>
          </a:p>
          <a:p>
            <a:pPr marL="283210" indent="-283210"/>
            <a:endParaRPr lang="en-US" dirty="0"/>
          </a:p>
        </p:txBody>
      </p:sp>
      <p:pic>
        <p:nvPicPr>
          <p:cNvPr id="2" name="Picture 3" descr="A picture containing person, dish&#10;&#10;Description automatically generated">
            <a:extLst>
              <a:ext uri="{FF2B5EF4-FFF2-40B4-BE49-F238E27FC236}">
                <a16:creationId xmlns:a16="http://schemas.microsoft.com/office/drawing/2014/main" id="{1DE379E5-3674-8041-AEA5-4B3A32B6A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3649" y="833218"/>
            <a:ext cx="5219700" cy="43237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7C04A4-7543-EF9D-6823-B96AC4930832}"/>
              </a:ext>
            </a:extLst>
          </p:cNvPr>
          <p:cNvSpPr txBox="1"/>
          <p:nvPr/>
        </p:nvSpPr>
        <p:spPr>
          <a:xfrm>
            <a:off x="6339416" y="5246687"/>
            <a:ext cx="4968874" cy="2539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 i="1" dirty="0">
                <a:solidFill>
                  <a:schemeClr val="bg1"/>
                </a:solidFill>
                <a:ea typeface="+mn-lt"/>
                <a:cs typeface="+mn-lt"/>
              </a:rPr>
              <a:t>"Fifth Covid-19 Surge … " - CIDRAP News, UMN.</a:t>
            </a:r>
            <a:endParaRPr lang="en-US" sz="10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5811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496D4-2E97-391D-0253-F9560B166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E769F8-4179-4CAE-57E6-FC1239F49447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sz="3600" dirty="0" err="1">
                <a:ea typeface="+mj-lt"/>
                <a:cs typeface="+mj-lt"/>
              </a:rPr>
              <a:t>MMp</a:t>
            </a:r>
            <a:r>
              <a:rPr lang="en-US" sz="3600" dirty="0">
                <a:ea typeface="+mj-lt"/>
                <a:cs typeface="+mj-lt"/>
              </a:rPr>
              <a:t> et al. methods</a:t>
            </a:r>
            <a:endParaRPr lang="en-US" sz="3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41A0A3-D558-C666-3B69-8B9547D9D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spcBef>
                <a:spcPts val="1000"/>
              </a:spcBef>
              <a:buFont typeface="Wingdings,Sans-Serif" panose="05000000000000000000" pitchFamily="2" charset="2"/>
            </a:pPr>
            <a:r>
              <a:rPr lang="en-US" sz="2400" dirty="0">
                <a:solidFill>
                  <a:schemeClr val="tx2">
                    <a:lumMod val="50000"/>
                  </a:schemeClr>
                </a:solidFill>
                <a:latin typeface="Arial"/>
                <a:cs typeface="Arial"/>
              </a:rPr>
              <a:t>Ethnographic research: interviews, participant observation,</a:t>
            </a:r>
          </a:p>
          <a:p>
            <a:pPr marL="285750" indent="-285750">
              <a:spcBef>
                <a:spcPts val="1000"/>
              </a:spcBef>
              <a:buFont typeface="Wingdings,Sans-Serif" panose="05000000000000000000" pitchFamily="2" charset="2"/>
            </a:pPr>
            <a:r>
              <a:rPr lang="en-US" sz="2400" dirty="0">
                <a:solidFill>
                  <a:schemeClr val="tx2">
                    <a:lumMod val="50000"/>
                  </a:schemeClr>
                </a:solidFill>
                <a:latin typeface="Arial"/>
                <a:cs typeface="Arial"/>
              </a:rPr>
              <a:t>Newspaper articles </a:t>
            </a:r>
          </a:p>
          <a:p>
            <a:pPr marL="285750" indent="-285750">
              <a:spcBef>
                <a:spcPts val="1000"/>
              </a:spcBef>
              <a:buFont typeface="Wingdings,Sans-Serif" panose="05000000000000000000" pitchFamily="2" charset="2"/>
            </a:pPr>
            <a:r>
              <a:rPr lang="en-US" sz="2400" dirty="0">
                <a:solidFill>
                  <a:schemeClr val="tx2">
                    <a:lumMod val="50000"/>
                  </a:schemeClr>
                </a:solidFill>
                <a:latin typeface="Arial"/>
                <a:cs typeface="Arial"/>
              </a:rPr>
              <a:t>Twitter</a:t>
            </a:r>
            <a:endParaRPr lang="en-US" sz="24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464783-E8C8-5CDF-26A0-5ED9B8B8C8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3600" dirty="0"/>
              <a:t>Lilley </a:t>
            </a:r>
          </a:p>
          <a:p>
            <a:r>
              <a:rPr lang="en-US" sz="3600" dirty="0"/>
              <a:t>methods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F6A7BF-A069-D9EF-D383-03D36AD524DF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pPr marL="285750" indent="-285750">
              <a:spcBef>
                <a:spcPts val="1000"/>
              </a:spcBef>
              <a:buFont typeface="Wingdings,Sans-Serif" panose="05000000000000000000" pitchFamily="2" charset="2"/>
            </a:pPr>
            <a:r>
              <a:rPr lang="en-US" sz="2400">
                <a:solidFill>
                  <a:schemeClr val="tx2">
                    <a:lumMod val="50000"/>
                  </a:schemeClr>
                </a:solidFill>
                <a:latin typeface="Arial"/>
                <a:cs typeface="Arial"/>
              </a:rPr>
              <a:t>English government records: commissions &amp; administrative records.</a:t>
            </a:r>
            <a:endParaRPr lang="en-US" sz="2400" dirty="0">
              <a:solidFill>
                <a:schemeClr val="tx2">
                  <a:lumMod val="50000"/>
                </a:schemeClr>
              </a:solidFill>
              <a:latin typeface="Arial"/>
              <a:cs typeface="Arial"/>
            </a:endParaRPr>
          </a:p>
          <a:p>
            <a:pPr marL="285750" indent="-285750">
              <a:spcBef>
                <a:spcPts val="1000"/>
              </a:spcBef>
              <a:buFont typeface="Wingdings,Sans-Serif" panose="05000000000000000000" pitchFamily="2" charset="2"/>
            </a:pPr>
            <a:r>
              <a:rPr lang="en-US" sz="2400">
                <a:solidFill>
                  <a:schemeClr val="tx2">
                    <a:lumMod val="50000"/>
                  </a:schemeClr>
                </a:solidFill>
                <a:latin typeface="Arial"/>
                <a:cs typeface="Arial"/>
              </a:rPr>
              <a:t>Personal diaries and correspondence</a:t>
            </a:r>
            <a:endParaRPr lang="en-US" sz="2400" dirty="0">
              <a:solidFill>
                <a:schemeClr val="tx2">
                  <a:lumMod val="50000"/>
                </a:schemeClr>
              </a:solidFill>
              <a:latin typeface="Arial"/>
              <a:cs typeface="Arial"/>
            </a:endParaRPr>
          </a:p>
          <a:p>
            <a:pPr marL="285750" indent="-285750">
              <a:spcBef>
                <a:spcPts val="1000"/>
              </a:spcBef>
              <a:buFont typeface="Wingdings,Sans-Serif" panose="05000000000000000000" pitchFamily="2" charset="2"/>
            </a:pPr>
            <a:r>
              <a:rPr lang="en-US" sz="2400" dirty="0">
                <a:solidFill>
                  <a:schemeClr val="tx2">
                    <a:lumMod val="50000"/>
                  </a:schemeClr>
                </a:solidFill>
                <a:latin typeface="Arial"/>
                <a:cs typeface="Arial"/>
              </a:rPr>
              <a:t>Recreated maps </a:t>
            </a:r>
            <a:endParaRPr lang="en-US" sz="24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74EF79-7C72-FB08-9391-B6386C144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792B7-0397-C047-AE12-1A03F7E3DC83}" type="slidenum">
              <a:rPr lang="en-US" smtClean="0"/>
              <a:t>7</a:t>
            </a:fld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284B8F2-E7F6-92CC-E7D8-E2AF09A51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9A6BDAA6-8BBB-4E20-B9B5-B13B40D8F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65276" y="6115468"/>
            <a:ext cx="6467536" cy="1068070"/>
          </a:xfrm>
        </p:spPr>
        <p:txBody>
          <a:bodyPr/>
          <a:lstStyle/>
          <a:p>
            <a:r>
              <a:rPr lang="en-US" sz="900" dirty="0">
                <a:latin typeface="Felix Titling"/>
              </a:rPr>
              <a:t>Human Response to disease in European urban geography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263638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7008789-8D5C-35C3-4116-40899E785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Comparisons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591EEFEC-79B8-34B1-A486-E13D8CB1D3C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3973" y="5214535"/>
            <a:ext cx="512064" cy="512064"/>
          </a:xfrm>
        </p:spPr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0410F17-64F4-CE1C-23DD-9D6AB5BCDFB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05924" y="5097611"/>
            <a:ext cx="4874767" cy="46634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Differences in Time Period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89A8F527-A476-D33C-5292-F9F968A8DCB8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1005924" y="5512985"/>
            <a:ext cx="3858768" cy="53246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Lilley: England from 1350-1530</a:t>
            </a:r>
          </a:p>
          <a:p>
            <a:r>
              <a:rPr lang="en-US" dirty="0"/>
              <a:t>MMP et al.: Europe 2020-2022</a:t>
            </a:r>
          </a:p>
          <a:p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4D4D02F-6C26-0504-EA3C-656C7E0E79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70974" y="1279472"/>
            <a:ext cx="3161284" cy="44517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Regions studied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87A81DEE-36A8-8E83-7586-77EF3AA44492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Lilley: England</a:t>
            </a:r>
          </a:p>
          <a:p>
            <a:r>
              <a:rPr lang="en-US" dirty="0"/>
              <a:t>MMP et al.: Spain, the U.K., Switzerland, &amp; the Netherlands</a:t>
            </a:r>
          </a:p>
          <a:p>
            <a:endParaRPr lang="en-US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166BCC44-E426-778C-0072-2404FC59685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2FFF066-0D5B-A2B5-4C1C-3456E8FD17C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634474" y="3940641"/>
            <a:ext cx="3669284" cy="46634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Populations </a:t>
            </a:r>
            <a:endParaRPr lang="en-US"/>
          </a:p>
          <a:p>
            <a:r>
              <a:rPr lang="en-US" dirty="0"/>
              <a:t>studied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420E684B-901E-703B-0B33-8BAA174DCF44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5634474" y="4694682"/>
            <a:ext cx="2843784" cy="164595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Lilley: Medieval English</a:t>
            </a:r>
          </a:p>
          <a:p>
            <a:r>
              <a:rPr lang="en-US" dirty="0"/>
              <a:t>MMP et al: Modern Europeans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3A18FB64-03FF-94A9-83EA-3239585DA9F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46A68C5-625F-D2FB-7C49-18EA59AE918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Research 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40957F64-81E7-85C4-C3BA-C0E473318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Both focused on how disease affected urban space in Europe.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BFCE275E-DEC7-8BE6-16C8-BF6EC3D7170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94EB24C-54F5-4058-6336-82E3D10E435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002316" y="3940641"/>
            <a:ext cx="2843784" cy="46634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Paper Organization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E43D535A-42E0-89A0-974B-6D70A6F7BFB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23483" y="4652349"/>
            <a:ext cx="2843784" cy="164595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Lilley: Historical &amp; broad analysis</a:t>
            </a:r>
          </a:p>
          <a:p>
            <a:r>
              <a:rPr lang="en-US" dirty="0"/>
              <a:t>MMP et al.: Research style analysis</a:t>
            </a:r>
          </a:p>
          <a:p>
            <a:endParaRPr lang="en-US" dirty="0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ED55D36-A275-E604-BF57-9CF0376FA99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dirty="0"/>
              <a:t>5</a:t>
            </a:r>
          </a:p>
        </p:txBody>
      </p:sp>
      <p:sp>
        <p:nvSpPr>
          <p:cNvPr id="56" name="Slide Number Placeholder 55">
            <a:extLst>
              <a:ext uri="{FF2B5EF4-FFF2-40B4-BE49-F238E27FC236}">
                <a16:creationId xmlns:a16="http://schemas.microsoft.com/office/drawing/2014/main" id="{E5AABDF8-B356-3937-740C-BF125AAAF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792B7-0397-C047-AE12-1A03F7E3DC83}" type="slidenum">
              <a:rPr lang="en-US" smtClean="0"/>
              <a:t>8</a:t>
            </a:fld>
            <a:endParaRPr lang="en-US" dirty="0"/>
          </a:p>
        </p:txBody>
      </p:sp>
      <p:sp>
        <p:nvSpPr>
          <p:cNvPr id="54" name="Date Placeholder 53">
            <a:extLst>
              <a:ext uri="{FF2B5EF4-FFF2-40B4-BE49-F238E27FC236}">
                <a16:creationId xmlns:a16="http://schemas.microsoft.com/office/drawing/2014/main" id="{8AA90FFA-CF1B-1CB0-D5A3-80259E0C3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608AC707-6991-D829-9408-AFBCCD750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65276" y="6115468"/>
            <a:ext cx="6467536" cy="1068070"/>
          </a:xfrm>
        </p:spPr>
        <p:txBody>
          <a:bodyPr/>
          <a:lstStyle/>
          <a:p>
            <a:r>
              <a:rPr lang="en-US" sz="900" dirty="0">
                <a:latin typeface="Felix Titling"/>
              </a:rPr>
              <a:t>Human Response to disease in European urban geography</a:t>
            </a:r>
            <a:endParaRPr lang="en-US" sz="900" dirty="0"/>
          </a:p>
        </p:txBody>
      </p:sp>
      <p:pic>
        <p:nvPicPr>
          <p:cNvPr id="12" name="Picture 20" descr="A picture containing old, stone, several&#10;&#10;Description automatically generated">
            <a:extLst>
              <a:ext uri="{FF2B5EF4-FFF2-40B4-BE49-F238E27FC236}">
                <a16:creationId xmlns:a16="http://schemas.microsoft.com/office/drawing/2014/main" id="{16276C61-E132-5D35-8D14-A511C993732A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2"/>
          <a:srcRect t="949" b="949"/>
          <a:stretch/>
        </p:blipFill>
        <p:spPr/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BB46054-73FF-932E-9925-7EA703D44790}"/>
              </a:ext>
            </a:extLst>
          </p:cNvPr>
          <p:cNvSpPr txBox="1"/>
          <p:nvPr/>
        </p:nvSpPr>
        <p:spPr>
          <a:xfrm>
            <a:off x="465666" y="1280582"/>
            <a:ext cx="416718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accent5">
                    <a:lumMod val="10000"/>
                  </a:schemeClr>
                </a:solidFill>
              </a:rPr>
              <a:t>Life in Medieval Towns and Villages - </a:t>
            </a:r>
            <a:r>
              <a:rPr lang="en-US" sz="1400" dirty="0" err="1">
                <a:solidFill>
                  <a:schemeClr val="accent5">
                    <a:lumMod val="10000"/>
                  </a:schemeClr>
                </a:solidFill>
              </a:rPr>
              <a:t>Brewminate</a:t>
            </a:r>
            <a:endParaRPr lang="en-US" sz="1400" dirty="0">
              <a:solidFill>
                <a:schemeClr val="accent5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9596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BB208-0817-1EB5-41AC-DBEEB1E35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BIBliography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6BA42C-B1D6-ADF9-00C8-02B1B8B1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792B7-0397-C047-AE12-1A03F7E3DC83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9D9DBF-8F8D-E1C1-FFD6-FD049D852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9DB6FCA-187E-577B-0380-8E4079F7FC2A}"/>
              </a:ext>
            </a:extLst>
          </p:cNvPr>
          <p:cNvSpPr txBox="1">
            <a:spLocks/>
          </p:cNvSpPr>
          <p:nvPr/>
        </p:nvSpPr>
        <p:spPr>
          <a:xfrm>
            <a:off x="455930" y="1029886"/>
            <a:ext cx="10589175" cy="460256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83464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33856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1732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6420" lvl="1" indent="-283210"/>
            <a:r>
              <a:rPr lang="en-US" sz="1800" dirty="0">
                <a:solidFill>
                  <a:schemeClr val="accent5">
                    <a:lumMod val="10000"/>
                  </a:schemeClr>
                </a:solidFill>
                <a:latin typeface="Avenir Next LT Pro"/>
                <a:cs typeface="Times New Roman"/>
              </a:rPr>
              <a:t>Lilley, Keith D. “Urban Planning after the Black Death: Townscape Transformation in Later Medieval England (1350–1530).” </a:t>
            </a:r>
            <a:r>
              <a:rPr lang="en-US" sz="1800" i="1" dirty="0">
                <a:solidFill>
                  <a:schemeClr val="accent5">
                    <a:lumMod val="10000"/>
                  </a:schemeClr>
                </a:solidFill>
                <a:latin typeface="Avenir Next LT Pro"/>
                <a:cs typeface="Times New Roman"/>
              </a:rPr>
              <a:t>Urban History</a:t>
            </a:r>
            <a:r>
              <a:rPr lang="en-US" sz="1800" dirty="0">
                <a:solidFill>
                  <a:schemeClr val="accent5">
                    <a:lumMod val="10000"/>
                  </a:schemeClr>
                </a:solidFill>
                <a:latin typeface="Avenir Next LT Pro"/>
                <a:cs typeface="Times New Roman"/>
              </a:rPr>
              <a:t>, vol. 42, no. 1, 2015, pp. 22–42. </a:t>
            </a:r>
            <a:r>
              <a:rPr lang="en-US" sz="1800" i="1" dirty="0">
                <a:solidFill>
                  <a:schemeClr val="accent5">
                    <a:lumMod val="10000"/>
                  </a:schemeClr>
                </a:solidFill>
                <a:latin typeface="Avenir Next LT Pro"/>
                <a:cs typeface="Times New Roman"/>
              </a:rPr>
              <a:t>JSTOR</a:t>
            </a:r>
            <a:r>
              <a:rPr lang="en-US" sz="1800" dirty="0">
                <a:solidFill>
                  <a:schemeClr val="accent5">
                    <a:lumMod val="10000"/>
                  </a:schemeClr>
                </a:solidFill>
                <a:latin typeface="Avenir Next LT Pro"/>
                <a:cs typeface="Times New Roman"/>
              </a:rPr>
              <a:t>, </a:t>
            </a:r>
            <a:r>
              <a:rPr lang="en-US" sz="1800" dirty="0">
                <a:solidFill>
                  <a:schemeClr val="accent1">
                    <a:lumMod val="50000"/>
                  </a:schemeClr>
                </a:solidFill>
                <a:latin typeface="Avenir Next LT Pro"/>
                <a:cs typeface="Times New Roman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https://www.jstor.org/stable/26398341</a:t>
            </a:r>
            <a:r>
              <a:rPr lang="en-US" sz="1800" dirty="0">
                <a:solidFill>
                  <a:schemeClr val="accent5">
                    <a:lumMod val="10000"/>
                  </a:schemeClr>
                </a:solidFill>
                <a:latin typeface="Avenir Next LT Pro"/>
                <a:cs typeface="Times New Roman"/>
              </a:rPr>
              <a:t>, Accessed 7 Mar. 2023.</a:t>
            </a:r>
            <a:endParaRPr lang="en-US" sz="1800" dirty="0">
              <a:solidFill>
                <a:schemeClr val="accent5">
                  <a:lumMod val="10000"/>
                </a:schemeClr>
              </a:solidFill>
              <a:latin typeface="Avenir Next LT Pro"/>
            </a:endParaRPr>
          </a:p>
          <a:p>
            <a:pPr marL="566420" lvl="1" indent="-283210"/>
            <a:r>
              <a:rPr lang="en-US" sz="1800" dirty="0">
                <a:solidFill>
                  <a:schemeClr val="accent5">
                    <a:lumMod val="10000"/>
                  </a:schemeClr>
                </a:solidFill>
                <a:latin typeface="Avenir Next LT Pro"/>
                <a:cs typeface="Times New Roman"/>
              </a:rPr>
              <a:t>MMP, Markus Breines, Janine </a:t>
            </a:r>
            <a:r>
              <a:rPr lang="en-US" sz="1800" err="1">
                <a:solidFill>
                  <a:schemeClr val="accent5">
                    <a:lumMod val="10000"/>
                  </a:schemeClr>
                </a:solidFill>
                <a:latin typeface="Avenir Next LT Pro"/>
                <a:cs typeface="Times New Roman"/>
              </a:rPr>
              <a:t>Dahinden</a:t>
            </a:r>
            <a:r>
              <a:rPr lang="en-US" sz="1800" dirty="0">
                <a:solidFill>
                  <a:schemeClr val="accent5">
                    <a:lumMod val="10000"/>
                  </a:schemeClr>
                </a:solidFill>
                <a:latin typeface="Avenir Next LT Pro"/>
                <a:cs typeface="Times New Roman"/>
              </a:rPr>
              <a:t>, Gunvor Jónsson, Maria Lindmäe, Marco Madella, Joanna Menet, Joris </a:t>
            </a:r>
            <a:r>
              <a:rPr lang="en-US" sz="1800" err="1">
                <a:solidFill>
                  <a:schemeClr val="accent5">
                    <a:lumMod val="10000"/>
                  </a:schemeClr>
                </a:solidFill>
                <a:latin typeface="Avenir Next LT Pro"/>
                <a:cs typeface="Times New Roman"/>
              </a:rPr>
              <a:t>Schapendonk</a:t>
            </a:r>
            <a:r>
              <a:rPr lang="en-US" sz="1800" dirty="0">
                <a:solidFill>
                  <a:schemeClr val="accent5">
                    <a:lumMod val="10000"/>
                  </a:schemeClr>
                </a:solidFill>
                <a:latin typeface="Avenir Next LT Pro"/>
                <a:cs typeface="Times New Roman"/>
              </a:rPr>
              <a:t>, Emil Van Eck, Rianne Van Melik &amp; Sophie Watson “Re-producing public space: the changing everyday production of outdoor retail markets.” </a:t>
            </a:r>
            <a:r>
              <a:rPr lang="en-US" sz="1800" i="1" dirty="0">
                <a:solidFill>
                  <a:schemeClr val="accent5">
                    <a:lumMod val="10000"/>
                  </a:schemeClr>
                </a:solidFill>
                <a:latin typeface="Avenir Next LT Pro"/>
                <a:cs typeface="Times New Roman"/>
              </a:rPr>
              <a:t>Urban Geography</a:t>
            </a:r>
            <a:r>
              <a:rPr lang="en-US" sz="1800" dirty="0">
                <a:solidFill>
                  <a:schemeClr val="accent5">
                    <a:lumMod val="10000"/>
                  </a:schemeClr>
                </a:solidFill>
                <a:latin typeface="Avenir Next LT Pro"/>
                <a:cs typeface="Times New Roman"/>
              </a:rPr>
              <a:t>, vol 43, no. 6, 2022, 878-885, DOI: </a:t>
            </a:r>
            <a:r>
              <a:rPr lang="en-US" sz="1800" dirty="0">
                <a:solidFill>
                  <a:schemeClr val="accent1">
                    <a:lumMod val="50000"/>
                  </a:schemeClr>
                </a:solidFill>
                <a:latin typeface="Avenir Next LT Pro"/>
                <a:cs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10.1080/02723638.2022.2054604</a:t>
            </a:r>
            <a:r>
              <a:rPr lang="en-US" sz="1800" dirty="0">
                <a:solidFill>
                  <a:schemeClr val="accent5">
                    <a:lumMod val="10000"/>
                  </a:schemeClr>
                </a:solidFill>
                <a:latin typeface="Avenir Next LT Pro"/>
                <a:cs typeface="Times New Roman"/>
              </a:rPr>
              <a:t> Accessed 7 Mar. 2023. </a:t>
            </a:r>
            <a:endParaRPr lang="en-US" sz="1800">
              <a:solidFill>
                <a:schemeClr val="accent5">
                  <a:lumMod val="10000"/>
                </a:schemeClr>
              </a:solidFill>
            </a:endParaRPr>
          </a:p>
          <a:p>
            <a:pPr marL="566420" lvl="1" indent="-283210"/>
            <a:r>
              <a:rPr lang="en-US" sz="1800" dirty="0">
                <a:solidFill>
                  <a:schemeClr val="accent5">
                    <a:lumMod val="10000"/>
                  </a:schemeClr>
                </a:solidFill>
                <a:ea typeface="+mn-lt"/>
                <a:cs typeface="+mn-lt"/>
              </a:rPr>
              <a:t>“Life in Medieval Towns and Villages.” </a:t>
            </a:r>
            <a:r>
              <a:rPr lang="en-US" sz="1800" dirty="0" err="1">
                <a:solidFill>
                  <a:schemeClr val="accent5">
                    <a:lumMod val="10000"/>
                  </a:schemeClr>
                </a:solidFill>
                <a:ea typeface="+mn-lt"/>
                <a:cs typeface="+mn-lt"/>
              </a:rPr>
              <a:t>Brewminate</a:t>
            </a:r>
            <a:r>
              <a:rPr lang="en-US" sz="1800" dirty="0">
                <a:solidFill>
                  <a:schemeClr val="accent5">
                    <a:lumMod val="10000"/>
                  </a:schemeClr>
                </a:solidFill>
                <a:ea typeface="+mn-lt"/>
                <a:cs typeface="+mn-lt"/>
              </a:rPr>
              <a:t>, April 3, 2023. </a:t>
            </a:r>
            <a:r>
              <a:rPr lang="en-US" sz="1800" dirty="0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https://brewminate.com/life-in-medieval-towns-and-villages/</a:t>
            </a:r>
            <a:r>
              <a:rPr lang="en-US" sz="1800" dirty="0">
                <a:solidFill>
                  <a:schemeClr val="accent5">
                    <a:lumMod val="10000"/>
                  </a:schemeClr>
                </a:solidFill>
                <a:ea typeface="+mn-lt"/>
                <a:cs typeface="+mn-lt"/>
              </a:rPr>
              <a:t>. Accessed April 28, 2023</a:t>
            </a:r>
            <a:endParaRPr lang="en-US" sz="1800" dirty="0">
              <a:solidFill>
                <a:schemeClr val="accent5">
                  <a:lumMod val="10000"/>
                </a:schemeClr>
              </a:solidFill>
              <a:ea typeface="+mn-lt"/>
              <a:cs typeface="Times New Roman"/>
            </a:endParaRPr>
          </a:p>
          <a:p>
            <a:pPr marL="566420" lvl="1" indent="-283210"/>
            <a:r>
              <a:rPr lang="en-US" sz="1800" dirty="0">
                <a:solidFill>
                  <a:schemeClr val="accent5">
                    <a:lumMod val="10000"/>
                  </a:schemeClr>
                </a:solidFill>
                <a:ea typeface="+mn-lt"/>
                <a:cs typeface="+mn-lt"/>
              </a:rPr>
              <a:t>“Fifth Covid-19 Surge Tests European Countries.” CIDRAP. Accessed April 28, 2023. </a:t>
            </a:r>
            <a:r>
              <a:rPr lang="en-US" sz="1800" dirty="0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https://www.cidrap.umn.edu/fifth-covid-19-surge-tests-european-countries</a:t>
            </a:r>
            <a:r>
              <a:rPr lang="en-US" sz="1800" dirty="0">
                <a:solidFill>
                  <a:schemeClr val="accent5">
                    <a:lumMod val="10000"/>
                  </a:schemeClr>
                </a:solidFill>
                <a:ea typeface="+mn-lt"/>
                <a:cs typeface="+mn-lt"/>
              </a:rPr>
              <a:t>. </a:t>
            </a:r>
            <a:endParaRPr lang="en-US" sz="1800" dirty="0">
              <a:solidFill>
                <a:schemeClr val="accent5">
                  <a:lumMod val="10000"/>
                </a:schemeClr>
              </a:solidFill>
              <a:ea typeface="+mn-lt"/>
              <a:cs typeface="Times New Roman"/>
            </a:endParaRPr>
          </a:p>
          <a:p>
            <a:pPr marL="566420" lvl="1" indent="-283210"/>
            <a:r>
              <a:rPr lang="en-US" sz="1800" dirty="0">
                <a:ea typeface="+mn-lt"/>
                <a:cs typeface="+mn-lt"/>
              </a:rPr>
              <a:t>“Valencia's Central Market Stall Owners Set to Charge Tourists Who Don't Buy Anything.” Daily Mail Online. Associated Newspapers, August 7, 2014. </a:t>
            </a:r>
            <a:r>
              <a:rPr lang="en-US" sz="1800" dirty="0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https://www.dailymail.co.uk/travel/travel_news/article-2718715/Pay-Spanish-stall-owners-charge-tourists-visit-Valencia-s-central-market-refuse-buy-anything.html</a:t>
            </a:r>
            <a:r>
              <a:rPr lang="en-US" sz="1800" dirty="0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.</a:t>
            </a:r>
            <a:r>
              <a:rPr lang="en-US" sz="1800" dirty="0">
                <a:ea typeface="+mn-lt"/>
                <a:cs typeface="+mn-lt"/>
              </a:rPr>
              <a:t> </a:t>
            </a:r>
            <a:r>
              <a:rPr lang="en-US" sz="1800" dirty="0">
                <a:solidFill>
                  <a:schemeClr val="accent5">
                    <a:lumMod val="10000"/>
                  </a:schemeClr>
                </a:solidFill>
                <a:ea typeface="+mn-lt"/>
                <a:cs typeface="+mn-lt"/>
              </a:rPr>
              <a:t>Accessed April 28, 2023</a:t>
            </a:r>
            <a:endParaRPr lang="en-US" sz="1800" dirty="0">
              <a:solidFill>
                <a:schemeClr val="accent5">
                  <a:lumMod val="10000"/>
                </a:schemeClr>
              </a:solidFill>
              <a:ea typeface="+mn-lt"/>
              <a:cs typeface="Times New Roman"/>
            </a:endParaRPr>
          </a:p>
        </p:txBody>
      </p:sp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5983298A-452A-C780-F25F-186159AC0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65276" y="6115468"/>
            <a:ext cx="6467536" cy="1068070"/>
          </a:xfrm>
        </p:spPr>
        <p:txBody>
          <a:bodyPr/>
          <a:lstStyle/>
          <a:p>
            <a:r>
              <a:rPr lang="en-US" sz="900" dirty="0">
                <a:latin typeface="Felix Titling"/>
              </a:rPr>
              <a:t>Human Response to disease in European urban geography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819805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3">
      <a:dk1>
        <a:srgbClr val="000000"/>
      </a:dk1>
      <a:lt1>
        <a:srgbClr val="FFFFFF"/>
      </a:lt1>
      <a:dk2>
        <a:srgbClr val="59512B"/>
      </a:dk2>
      <a:lt2>
        <a:srgbClr val="E7E4E6"/>
      </a:lt2>
      <a:accent1>
        <a:srgbClr val="F8F4EC"/>
      </a:accent1>
      <a:accent2>
        <a:srgbClr val="474134"/>
      </a:accent2>
      <a:accent3>
        <a:srgbClr val="E5E0D8"/>
      </a:accent3>
      <a:accent4>
        <a:srgbClr val="B6A592"/>
      </a:accent4>
      <a:accent5>
        <a:srgbClr val="F4F0ED"/>
      </a:accent5>
      <a:accent6>
        <a:srgbClr val="CEC5A7"/>
      </a:accent6>
      <a:hlink>
        <a:srgbClr val="827D57"/>
      </a:hlink>
      <a:folHlink>
        <a:srgbClr val="867052"/>
      </a:folHlink>
    </a:clrScheme>
    <a:fontScheme name="Custom 31">
      <a:majorFont>
        <a:latin typeface="Felix Titling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ty-Design-Berlin-Presentation_Win32_SW_v11" id="{A1E1012F-E9F8-4F40-92C8-C50A5DD6BDB3}" vid="{84DD5023-C7E9-4B03-B2A5-92320E38EF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8AEB05A-1290-41EF-A3CD-520462C3FF16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09262BC-C013-4067-8A15-9DCD1281E34D}">
  <ds:schemaRefs>
    <ds:schemaRef ds:uri="http://schemas.microsoft.com/office/2006/metadata/properties"/>
    <ds:schemaRef ds:uri="http://www.w3.org/2000/xmlns/"/>
    <ds:schemaRef ds:uri="http://schemas.microsoft.com/sharepoint/v3"/>
    <ds:schemaRef ds:uri="http://www.w3.org/2001/XMLSchema-instance"/>
    <ds:schemaRef ds:uri="71af3243-3dd4-4a8d-8c0d-dd76da1f02a5"/>
    <ds:schemaRef ds:uri="http://schemas.microsoft.com/office/infopath/2007/PartnerControls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07B04EA5-0343-4579-A177-61682A6D2ED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434</Words>
  <Application>Microsoft Office PowerPoint</Application>
  <PresentationFormat>Widescreen</PresentationFormat>
  <Paragraphs>154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Human Response to disease in European urban geography</vt:lpstr>
      <vt:lpstr>Topics of Discussion</vt:lpstr>
      <vt:lpstr>Urban Planning after the Black Death: Townscape Transformation in Later Medieval England  (1350–1530)                          -Keith D. Lillley</vt:lpstr>
      <vt:lpstr>Urban planning after the Black Death</vt:lpstr>
      <vt:lpstr>Re-producing public space: the changing everyday production of outdoor retail markets</vt:lpstr>
      <vt:lpstr>Reproducing Public Space -MMP et al.</vt:lpstr>
      <vt:lpstr>Methods</vt:lpstr>
      <vt:lpstr>Comparisons</vt:lpstr>
      <vt:lpstr>BIBliography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Response to Disease in Urban Geography</dc:title>
  <dc:creator/>
  <cp:lastModifiedBy>Gamez, Andres</cp:lastModifiedBy>
  <cp:revision>850</cp:revision>
  <dcterms:created xsi:type="dcterms:W3CDTF">2022-09-08T06:38:04Z</dcterms:created>
  <dcterms:modified xsi:type="dcterms:W3CDTF">2023-05-01T19:17:57Z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